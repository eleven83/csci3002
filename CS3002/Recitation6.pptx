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61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6033D1-470A-4AE8-B4FB-94B7010B0986}" v="20" dt="2019-09-12T21:35:05.3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43"/>
  </p:normalViewPr>
  <p:slideViewPr>
    <p:cSldViewPr snapToGrid="0" snapToObjects="1">
      <p:cViewPr varScale="1">
        <p:scale>
          <a:sx n="90" d="100"/>
          <a:sy n="90" d="100"/>
        </p:scale>
        <p:origin x="89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2" Type="http://schemas.microsoft.com/office/2016/11/relationships/changesInfo" Target="changesInfos/changesInfo1.xml"/><Relationship Id="rId13" Type="http://schemas.microsoft.com/office/2015/10/relationships/revisionInfo" Target="revisionInfo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yo Suzuki" userId="6afb934db1236b3e" providerId="Windows Live" clId="Web-{6A6033D1-470A-4AE8-B4FB-94B7010B0986}"/>
    <pc:docChg chg="addSld modSld">
      <pc:chgData name="Ryo Suzuki" userId="6afb934db1236b3e" providerId="Windows Live" clId="Web-{6A6033D1-470A-4AE8-B4FB-94B7010B0986}" dt="2019-09-12T21:35:05.395" v="19" actId="20577"/>
      <pc:docMkLst>
        <pc:docMk/>
      </pc:docMkLst>
      <pc:sldChg chg="modSp">
        <pc:chgData name="Ryo Suzuki" userId="6afb934db1236b3e" providerId="Windows Live" clId="Web-{6A6033D1-470A-4AE8-B4FB-94B7010B0986}" dt="2019-09-12T21:34:56.129" v="17" actId="20577"/>
        <pc:sldMkLst>
          <pc:docMk/>
          <pc:sldMk cId="231133525" sldId="259"/>
        </pc:sldMkLst>
        <pc:spChg chg="mod">
          <ac:chgData name="Ryo Suzuki" userId="6afb934db1236b3e" providerId="Windows Live" clId="Web-{6A6033D1-470A-4AE8-B4FB-94B7010B0986}" dt="2019-09-12T21:34:56.129" v="17" actId="20577"/>
          <ac:spMkLst>
            <pc:docMk/>
            <pc:sldMk cId="231133525" sldId="259"/>
            <ac:spMk id="2" creationId="{00000000-0000-0000-0000-000000000000}"/>
          </ac:spMkLst>
        </pc:spChg>
      </pc:sldChg>
      <pc:sldChg chg="modSp add replId">
        <pc:chgData name="Ryo Suzuki" userId="6afb934db1236b3e" providerId="Windows Live" clId="Web-{6A6033D1-470A-4AE8-B4FB-94B7010B0986}" dt="2019-09-12T21:33:48.942" v="5" actId="20577"/>
        <pc:sldMkLst>
          <pc:docMk/>
          <pc:sldMk cId="260651418" sldId="261"/>
        </pc:sldMkLst>
        <pc:spChg chg="mod">
          <ac:chgData name="Ryo Suzuki" userId="6afb934db1236b3e" providerId="Windows Live" clId="Web-{6A6033D1-470A-4AE8-B4FB-94B7010B0986}" dt="2019-09-12T21:33:33.755" v="1" actId="20577"/>
          <ac:spMkLst>
            <pc:docMk/>
            <pc:sldMk cId="260651418" sldId="261"/>
            <ac:spMk id="2" creationId="{00000000-0000-0000-0000-000000000000}"/>
          </ac:spMkLst>
        </pc:spChg>
        <pc:spChg chg="mod">
          <ac:chgData name="Ryo Suzuki" userId="6afb934db1236b3e" providerId="Windows Live" clId="Web-{6A6033D1-470A-4AE8-B4FB-94B7010B0986}" dt="2019-09-12T21:33:48.942" v="5" actId="20577"/>
          <ac:spMkLst>
            <pc:docMk/>
            <pc:sldMk cId="260651418" sldId="261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4EF3F-0748-BF40-A997-BF881C16B4B4}" type="datetimeFigureOut">
              <a:rPr lang="en-US" smtClean="0"/>
              <a:t>10/4/19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4BC66-C489-F843-BAC4-9DC0ACFEC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455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4EF3F-0748-BF40-A997-BF881C16B4B4}" type="datetimeFigureOut">
              <a:rPr lang="en-US" smtClean="0"/>
              <a:t>10/4/19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4BC66-C489-F843-BAC4-9DC0ACFEC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843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4EF3F-0748-BF40-A997-BF881C16B4B4}" type="datetimeFigureOut">
              <a:rPr lang="en-US" smtClean="0"/>
              <a:t>10/4/19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4BC66-C489-F843-BAC4-9DC0ACFEC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212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4EF3F-0748-BF40-A997-BF881C16B4B4}" type="datetimeFigureOut">
              <a:rPr lang="en-US" smtClean="0"/>
              <a:t>10/4/19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4BC66-C489-F843-BAC4-9DC0ACFEC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456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4EF3F-0748-BF40-A997-BF881C16B4B4}" type="datetimeFigureOut">
              <a:rPr lang="en-US" smtClean="0"/>
              <a:t>10/4/19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4BC66-C489-F843-BAC4-9DC0ACFEC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012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4EF3F-0748-BF40-A997-BF881C16B4B4}" type="datetimeFigureOut">
              <a:rPr lang="en-US" smtClean="0"/>
              <a:t>10/4/19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4BC66-C489-F843-BAC4-9DC0ACFEC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257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4EF3F-0748-BF40-A997-BF881C16B4B4}" type="datetimeFigureOut">
              <a:rPr lang="en-US" smtClean="0"/>
              <a:t>10/4/19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4BC66-C489-F843-BAC4-9DC0ACFEC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548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4EF3F-0748-BF40-A997-BF881C16B4B4}" type="datetimeFigureOut">
              <a:rPr lang="en-US" smtClean="0"/>
              <a:t>10/4/19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4BC66-C489-F843-BAC4-9DC0ACFEC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873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4EF3F-0748-BF40-A997-BF881C16B4B4}" type="datetimeFigureOut">
              <a:rPr lang="en-US" smtClean="0"/>
              <a:t>10/4/19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4BC66-C489-F843-BAC4-9DC0ACFEC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917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4EF3F-0748-BF40-A997-BF881C16B4B4}" type="datetimeFigureOut">
              <a:rPr lang="en-US" smtClean="0"/>
              <a:t>10/4/19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4BC66-C489-F843-BAC4-9DC0ACFEC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914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4EF3F-0748-BF40-A997-BF881C16B4B4}" type="datetimeFigureOut">
              <a:rPr lang="en-US" smtClean="0"/>
              <a:t>10/4/19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4BC66-C489-F843-BAC4-9DC0ACFEC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519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4EF3F-0748-BF40-A997-BF881C16B4B4}" type="datetimeFigureOut">
              <a:rPr lang="en-US" smtClean="0"/>
              <a:t>10/4/19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84BC66-C489-F843-BAC4-9DC0ACFEC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369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Recitation 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Visual Design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305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are doing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Design a Mobile App for Dog Owners</a:t>
            </a:r>
            <a:endParaRPr lang="en-US" dirty="0"/>
          </a:p>
          <a:p>
            <a:pPr lvl="1"/>
            <a:r>
              <a:rPr lang="en-US" dirty="0" smtClean="0"/>
              <a:t>What: Allow the user to search for doggie play dates</a:t>
            </a:r>
          </a:p>
          <a:p>
            <a:pPr lvl="1"/>
            <a:r>
              <a:rPr lang="en-US" dirty="0" smtClean="0"/>
              <a:t>Why: To meet people who have dogs that share similar attributes</a:t>
            </a:r>
            <a:br>
              <a:rPr lang="en-US" dirty="0" smtClean="0"/>
            </a:br>
            <a:r>
              <a:rPr lang="en-US" dirty="0" smtClean="0"/>
              <a:t>(e.g., </a:t>
            </a:r>
            <a:r>
              <a:rPr lang="en-US" dirty="0"/>
              <a:t>the owner of a small dog might want to find someone else who also has a small dog</a:t>
            </a:r>
            <a:r>
              <a:rPr lang="en-US" dirty="0" smtClean="0"/>
              <a:t>.)</a:t>
            </a:r>
          </a:p>
          <a:p>
            <a:r>
              <a:rPr lang="en-US" dirty="0" smtClean="0"/>
              <a:t>Your Task:</a:t>
            </a:r>
            <a:endParaRPr lang="en-US" dirty="0"/>
          </a:p>
          <a:p>
            <a:pPr lvl="1"/>
            <a:r>
              <a:rPr lang="en-US" dirty="0" smtClean="0"/>
              <a:t>Design a search screen that </a:t>
            </a:r>
            <a:r>
              <a:rPr lang="en-US" dirty="0"/>
              <a:t>allows the user to specify their search terms and see search results</a:t>
            </a:r>
            <a:r>
              <a:rPr lang="en-US" dirty="0" smtClean="0"/>
              <a:t>.</a:t>
            </a:r>
          </a:p>
          <a:p>
            <a:pPr lvl="1"/>
            <a:r>
              <a:rPr lang="en-US" dirty="0"/>
              <a:t>You can work on this project with another person, but each of you must come up with your own ideas and sketch them.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790482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Requirements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The user should be able to select the following options for their doggie </a:t>
            </a:r>
            <a:r>
              <a:rPr lang="en-US" dirty="0" smtClean="0"/>
              <a:t>match:</a:t>
            </a:r>
            <a:endParaRPr lang="en-US" dirty="0"/>
          </a:p>
          <a:p>
            <a:r>
              <a:rPr lang="en-US" b="1" dirty="0"/>
              <a:t>size</a:t>
            </a:r>
            <a:r>
              <a:rPr lang="en-US" dirty="0"/>
              <a:t>: small, medium, or large (probably best represented by a radio button)</a:t>
            </a:r>
          </a:p>
          <a:p>
            <a:r>
              <a:rPr lang="en-US" b="1" dirty="0"/>
              <a:t>minimum age in years </a:t>
            </a:r>
            <a:r>
              <a:rPr lang="en-US" dirty="0"/>
              <a:t>(probably best represented as a text box)</a:t>
            </a:r>
          </a:p>
          <a:p>
            <a:r>
              <a:rPr lang="en-US" b="1" dirty="0"/>
              <a:t>maximum age in years </a:t>
            </a:r>
            <a:r>
              <a:rPr lang="en-US" dirty="0"/>
              <a:t>(same as above)</a:t>
            </a:r>
          </a:p>
          <a:p>
            <a:r>
              <a:rPr lang="en-US" b="1" dirty="0"/>
              <a:t>energy level</a:t>
            </a:r>
            <a:r>
              <a:rPr lang="en-US" dirty="0"/>
              <a:t>: low, medium, high, crazy (radio button)</a:t>
            </a:r>
          </a:p>
          <a:p>
            <a:r>
              <a:rPr lang="en-US" b="1" dirty="0"/>
              <a:t>preferred activities</a:t>
            </a:r>
            <a:r>
              <a:rPr lang="en-US" dirty="0"/>
              <a:t>: walks, swimming, fetch, just hanging out (probably best represented as check boxes)</a:t>
            </a:r>
          </a:p>
          <a:p>
            <a:r>
              <a:rPr lang="en-US" dirty="0"/>
              <a:t>… and a </a:t>
            </a:r>
            <a:r>
              <a:rPr lang="en-US" b="1" dirty="0"/>
              <a:t>search button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836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you will turn 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/>
              <a:t>You </a:t>
            </a:r>
            <a:r>
              <a:rPr lang="en-US" dirty="0"/>
              <a:t>will create </a:t>
            </a:r>
            <a:r>
              <a:rPr lang="en-US" i="1" dirty="0"/>
              <a:t>two</a:t>
            </a:r>
            <a:r>
              <a:rPr lang="en-US" dirty="0"/>
              <a:t> annotated sketches.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1. </a:t>
            </a:r>
            <a:r>
              <a:rPr lang="en-US" b="1" dirty="0" smtClean="0"/>
              <a:t>Bad Sketch</a:t>
            </a:r>
            <a:r>
              <a:rPr lang="en-US" dirty="0"/>
              <a:t>:</a:t>
            </a:r>
            <a:r>
              <a:rPr lang="en-US" dirty="0" smtClean="0"/>
              <a:t> </a:t>
            </a:r>
            <a:r>
              <a:rPr lang="en-US" dirty="0"/>
              <a:t>you will misuse the design </a:t>
            </a:r>
            <a:r>
              <a:rPr lang="en-US" dirty="0" smtClean="0"/>
              <a:t>principles. Your </a:t>
            </a:r>
            <a:r>
              <a:rPr lang="en-US" dirty="0"/>
              <a:t>version should have at least one example of each of the following problems:</a:t>
            </a:r>
          </a:p>
          <a:p>
            <a:r>
              <a:rPr lang="en-US" dirty="0"/>
              <a:t>unclear grouping</a:t>
            </a:r>
          </a:p>
          <a:p>
            <a:r>
              <a:rPr lang="en-US" dirty="0"/>
              <a:t>unclear order of operations</a:t>
            </a:r>
          </a:p>
          <a:p>
            <a:r>
              <a:rPr lang="en-US" dirty="0"/>
              <a:t>confusing visual </a:t>
            </a:r>
            <a:r>
              <a:rPr lang="en-US" dirty="0" smtClean="0"/>
              <a:t>hierarchy</a:t>
            </a:r>
          </a:p>
          <a:p>
            <a:pPr marL="0" indent="0">
              <a:buNone/>
            </a:pPr>
            <a:r>
              <a:rPr lang="en-US" dirty="0" smtClean="0"/>
              <a:t>2. </a:t>
            </a:r>
            <a:r>
              <a:rPr lang="en-US" b="1" dirty="0" smtClean="0"/>
              <a:t>Good Sketch</a:t>
            </a:r>
            <a:r>
              <a:rPr lang="en-US" dirty="0" smtClean="0"/>
              <a:t>: </a:t>
            </a:r>
          </a:p>
          <a:p>
            <a:r>
              <a:rPr lang="en-US" dirty="0" smtClean="0"/>
              <a:t>follow </a:t>
            </a:r>
            <a:r>
              <a:rPr lang="en-US" dirty="0"/>
              <a:t>the same general idea of the bad </a:t>
            </a:r>
            <a:r>
              <a:rPr lang="en-US" dirty="0" smtClean="0"/>
              <a:t>design</a:t>
            </a:r>
          </a:p>
          <a:p>
            <a:r>
              <a:rPr lang="en-US" dirty="0" smtClean="0"/>
              <a:t>but differ </a:t>
            </a:r>
            <a:r>
              <a:rPr lang="en-US" dirty="0"/>
              <a:t>in the use of contrast, spacing, alignment, and so </a:t>
            </a:r>
            <a:r>
              <a:rPr lang="en-US" dirty="0" smtClean="0"/>
              <a:t>on</a:t>
            </a:r>
          </a:p>
          <a:p>
            <a:r>
              <a:rPr lang="en-US" dirty="0" smtClean="0"/>
              <a:t>annotate </a:t>
            </a:r>
            <a:r>
              <a:rPr lang="en-US" dirty="0"/>
              <a:t>your sketch to highlight the changes you made.</a:t>
            </a:r>
            <a:endParaRPr lang="en-US" b="1" dirty="0" smtClean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0651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I’m grading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The design requirements</a:t>
            </a:r>
            <a:r>
              <a:rPr lang="en-US" dirty="0"/>
              <a:t>: 2pts</a:t>
            </a:r>
            <a:endParaRPr lang="en-US" dirty="0" smtClean="0"/>
          </a:p>
          <a:p>
            <a:pPr lvl="1"/>
            <a:r>
              <a:rPr lang="en-US" dirty="0" smtClean="0"/>
              <a:t>The design has 5-7 search options</a:t>
            </a:r>
          </a:p>
          <a:p>
            <a:pPr lvl="2"/>
            <a:r>
              <a:rPr lang="en-US" dirty="0" smtClean="0"/>
              <a:t>E.g. Size, Minimum and Maximum Age, Energy Level, Preferred Activities, Search Button</a:t>
            </a:r>
          </a:p>
          <a:p>
            <a:r>
              <a:rPr lang="en-US" dirty="0" smtClean="0"/>
              <a:t>Bad design: 4 pts</a:t>
            </a:r>
          </a:p>
          <a:p>
            <a:pPr lvl="1"/>
            <a:r>
              <a:rPr lang="en-US" dirty="0" smtClean="0"/>
              <a:t>Misuse of the </a:t>
            </a:r>
            <a:r>
              <a:rPr lang="en-US" dirty="0"/>
              <a:t>design </a:t>
            </a:r>
            <a:r>
              <a:rPr lang="en-US" dirty="0" smtClean="0"/>
              <a:t>principle (2 pts)</a:t>
            </a:r>
          </a:p>
          <a:p>
            <a:pPr lvl="2"/>
            <a:r>
              <a:rPr lang="en-US" dirty="0" smtClean="0"/>
              <a:t>unclear grouping, unclear </a:t>
            </a:r>
            <a:r>
              <a:rPr lang="en-US" dirty="0"/>
              <a:t>order of </a:t>
            </a:r>
            <a:r>
              <a:rPr lang="en-US" dirty="0" smtClean="0"/>
              <a:t>operations, confusing </a:t>
            </a:r>
            <a:r>
              <a:rPr lang="en-US" dirty="0"/>
              <a:t>visual </a:t>
            </a:r>
            <a:r>
              <a:rPr lang="en-US" dirty="0" smtClean="0"/>
              <a:t>hierarchy</a:t>
            </a:r>
          </a:p>
          <a:p>
            <a:pPr lvl="1"/>
            <a:r>
              <a:rPr lang="en-US" dirty="0" smtClean="0"/>
              <a:t>Annotation of the bad features (2 pts)</a:t>
            </a:r>
            <a:endParaRPr lang="en-US" dirty="0"/>
          </a:p>
          <a:p>
            <a:r>
              <a:rPr lang="en-US" dirty="0" smtClean="0"/>
              <a:t>Good design: 4 pts</a:t>
            </a:r>
          </a:p>
          <a:p>
            <a:pPr lvl="1"/>
            <a:r>
              <a:rPr lang="en-US" dirty="0" smtClean="0"/>
              <a:t>Clear sketch to communicate the purpose of the UI (2 pts)</a:t>
            </a:r>
          </a:p>
          <a:p>
            <a:pPr lvl="1"/>
            <a:r>
              <a:rPr lang="en-US" dirty="0" smtClean="0"/>
              <a:t>Annotation to highlight the changes: (2 pts</a:t>
            </a:r>
            <a:r>
              <a:rPr lang="en-US" dirty="0" smtClean="0"/>
              <a:t>)</a:t>
            </a:r>
          </a:p>
          <a:p>
            <a:r>
              <a:rPr lang="en-US" dirty="0"/>
              <a:t>Link to CRAP principals</a:t>
            </a:r>
          </a:p>
          <a:p>
            <a:pPr lvl="1"/>
            <a:r>
              <a:rPr lang="en-US" dirty="0"/>
              <a:t>https://</a:t>
            </a:r>
            <a:r>
              <a:rPr lang="en-US" dirty="0" err="1"/>
              <a:t>bit.ly</a:t>
            </a:r>
            <a:r>
              <a:rPr lang="en-US" dirty="0"/>
              <a:t>/2zqi4Ot</a:t>
            </a:r>
          </a:p>
          <a:p>
            <a:endParaRPr lang="en-US" dirty="0" smtClean="0"/>
          </a:p>
          <a:p>
            <a:pPr lvl="1"/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527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243</Words>
  <Application>Microsoft Macintosh PowerPoint</Application>
  <PresentationFormat>Widescreen</PresentationFormat>
  <Paragraphs>41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Recitation 6</vt:lpstr>
      <vt:lpstr>What we are doing today</vt:lpstr>
      <vt:lpstr>Design Requirements</vt:lpstr>
      <vt:lpstr>What you will turn in</vt:lpstr>
      <vt:lpstr>How I’m grading</vt:lpstr>
    </vt:vector>
  </TitlesOfParts>
  <Company/>
  <LinksUpToDate>false</LinksUpToDate>
  <SharedDoc>false</SharedDoc>
  <HyperlinksChanged>false</HyperlinksChanged>
  <AppVersion>15.0029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Recitation 3</dc:title>
  <dc:creator>Vinitha Gadiraju</dc:creator>
  <cp:lastModifiedBy>Darren Michael Guinness</cp:lastModifiedBy>
  <cp:revision>19</cp:revision>
  <dcterms:created xsi:type="dcterms:W3CDTF">2019-09-11T17:28:22Z</dcterms:created>
  <dcterms:modified xsi:type="dcterms:W3CDTF">2019-10-04T16:07:50Z</dcterms:modified>
</cp:coreProperties>
</file>