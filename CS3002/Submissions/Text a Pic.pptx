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sldIdLst>
    <p:sldId id="262" r:id="rId5"/>
    <p:sldId id="264" r:id="rId6"/>
    <p:sldId id="266" r:id="rId7"/>
    <p:sldId id="263" r:id="rId8"/>
    <p:sldId id="265" r:id="rId9"/>
    <p:sldId id="267" r:id="rId10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" userDrawn="1">
          <p15:clr>
            <a:srgbClr val="A4A3A4"/>
          </p15:clr>
        </p15:guide>
        <p15:guide id="2" pos="346" userDrawn="1">
          <p15:clr>
            <a:srgbClr val="A4A3A4"/>
          </p15:clr>
        </p15:guide>
        <p15:guide id="3" pos="3974" userDrawn="1">
          <p15:clr>
            <a:srgbClr val="A4A3A4"/>
          </p15:clr>
        </p15:guide>
        <p15:guide id="4" orient="horz" pos="54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45D"/>
    <a:srgbClr val="6086C0"/>
    <a:srgbClr val="62C5EB"/>
    <a:srgbClr val="89CDB6"/>
    <a:srgbClr val="AFCF64"/>
    <a:srgbClr val="F9E865"/>
    <a:srgbClr val="FFB351"/>
    <a:srgbClr val="F96040"/>
    <a:srgbClr val="8CC63E"/>
    <a:srgbClr val="23B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2333" y="62"/>
      </p:cViewPr>
      <p:guideLst>
        <p:guide orient="horz" pos="340"/>
        <p:guide pos="346"/>
        <p:guide pos="3974"/>
        <p:guide orient="horz" pos="54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2FC75-5174-48B2-B632-6BA0ADD61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E7293-E449-46DD-A8FD-6AA17CC24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849D8-C4AC-4738-B8D3-48D8EA01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2C6F-EF9B-4B9B-9664-C8CFFD5D581A}" type="datetimeFigureOut">
              <a:rPr lang="en-US" smtClean="0"/>
              <a:t>9/23/2019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686DA-195D-4CE7-9D30-84C1F00F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C3AE-113A-471D-A621-7C2307AC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153B-A88B-49C0-9DC6-8130295132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1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FF8067-A5A8-42B1-A36B-7ED0A8732861}"/>
              </a:ext>
            </a:extLst>
          </p:cNvPr>
          <p:cNvSpPr txBox="1"/>
          <p:nvPr userDrawn="1"/>
        </p:nvSpPr>
        <p:spPr>
          <a:xfrm>
            <a:off x="461350" y="3575049"/>
            <a:ext cx="2497734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Action</a:t>
            </a:r>
            <a:r>
              <a:rPr lang="en-US" sz="1400" b="1" dirty="0">
                <a:solidFill>
                  <a:srgbClr val="14345D"/>
                </a:solidFill>
              </a:rPr>
              <a:t>:</a:t>
            </a: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Audio: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Camera: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Media info: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E53BA1-F2F0-481D-ACF8-09581BDADB02}"/>
              </a:ext>
            </a:extLst>
          </p:cNvPr>
          <p:cNvSpPr/>
          <p:nvPr userDrawn="1"/>
        </p:nvSpPr>
        <p:spPr>
          <a:xfrm>
            <a:off x="6020474" y="8702881"/>
            <a:ext cx="447158" cy="307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rgbClr val="14345D"/>
                </a:solidFill>
              </a:rPr>
              <a:t>02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83E9D4-DA16-4057-A4F2-4046E1AE6FCA}"/>
              </a:ext>
            </a:extLst>
          </p:cNvPr>
          <p:cNvCxnSpPr>
            <a:cxnSpLocks/>
          </p:cNvCxnSpPr>
          <p:nvPr userDrawn="1"/>
        </p:nvCxnSpPr>
        <p:spPr>
          <a:xfrm>
            <a:off x="549275" y="1047999"/>
            <a:ext cx="575945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1">
            <a:extLst>
              <a:ext uri="{FF2B5EF4-FFF2-40B4-BE49-F238E27FC236}">
                <a16:creationId xmlns:a16="http://schemas.microsoft.com/office/drawing/2014/main" id="{A2D1F453-A5B3-43AF-B106-FCF237D20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49" y="722313"/>
            <a:ext cx="3017520" cy="247085"/>
          </a:xfrm>
        </p:spPr>
        <p:txBody>
          <a:bodyPr/>
          <a:lstStyle>
            <a:lvl1pPr>
              <a:defRPr lang="en-US" sz="1800" b="1" kern="1200" dirty="0" smtClean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Movie Title</a:t>
            </a:r>
          </a:p>
        </p:txBody>
      </p:sp>
      <p:sp>
        <p:nvSpPr>
          <p:cNvPr id="49" name="Title 3">
            <a:extLst>
              <a:ext uri="{FF2B5EF4-FFF2-40B4-BE49-F238E27FC236}">
                <a16:creationId xmlns:a16="http://schemas.microsoft.com/office/drawing/2014/main" id="{19F1D91B-87A2-4062-AB59-DD8696A6B9F6}"/>
              </a:ext>
            </a:extLst>
          </p:cNvPr>
          <p:cNvSpPr txBox="1">
            <a:spLocks/>
          </p:cNvSpPr>
          <p:nvPr userDrawn="1"/>
        </p:nvSpPr>
        <p:spPr>
          <a:xfrm>
            <a:off x="461349" y="447030"/>
            <a:ext cx="3108325" cy="523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Storyboard:</a:t>
            </a:r>
            <a:br>
              <a:rPr lang="en-US" sz="140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Title 3">
            <a:extLst>
              <a:ext uri="{FF2B5EF4-FFF2-40B4-BE49-F238E27FC236}">
                <a16:creationId xmlns:a16="http://schemas.microsoft.com/office/drawing/2014/main" id="{E30E6AFA-018C-41C9-84CC-BC01C2F087BE}"/>
              </a:ext>
            </a:extLst>
          </p:cNvPr>
          <p:cNvSpPr txBox="1">
            <a:spLocks/>
          </p:cNvSpPr>
          <p:nvPr userDrawn="1"/>
        </p:nvSpPr>
        <p:spPr>
          <a:xfrm>
            <a:off x="3527795" y="447030"/>
            <a:ext cx="3108325" cy="5231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Scene:</a:t>
            </a:r>
            <a:br>
              <a:rPr lang="en-US" sz="140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800" b="1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56727BCD-FFB9-4F7C-B166-8DFF448B81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27794" y="722313"/>
            <a:ext cx="3108325" cy="2476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28588" lvl="0" indent="-128588">
              <a:spcBef>
                <a:spcPct val="0"/>
              </a:spcBef>
            </a:pPr>
            <a:r>
              <a:rPr lang="en-US" dirty="0"/>
              <a:t>Scene Number</a:t>
            </a:r>
          </a:p>
        </p:txBody>
      </p:sp>
      <p:sp>
        <p:nvSpPr>
          <p:cNvPr id="52" name="Picture Placeholder 52">
            <a:extLst>
              <a:ext uri="{FF2B5EF4-FFF2-40B4-BE49-F238E27FC236}">
                <a16:creationId xmlns:a16="http://schemas.microsoft.com/office/drawing/2014/main" id="{48C6F7E2-3FED-477E-A00E-80F6441FD6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1536" y="1569801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/>
            <a:r>
              <a:rPr lang="en-US" dirty="0"/>
              <a:t>Shot</a:t>
            </a:r>
          </a:p>
        </p:txBody>
      </p:sp>
      <p:sp>
        <p:nvSpPr>
          <p:cNvPr id="53" name="Text Placeholder 79">
            <a:extLst>
              <a:ext uri="{FF2B5EF4-FFF2-40B4-BE49-F238E27FC236}">
                <a16:creationId xmlns:a16="http://schemas.microsoft.com/office/drawing/2014/main" id="{0E72F31E-C8BA-4283-A745-B980F5BF0FE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71776" y="1190247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/>
            <a:r>
              <a:rPr lang="en-US" dirty="0"/>
              <a:t>#</a:t>
            </a:r>
          </a:p>
        </p:txBody>
      </p:sp>
      <p:sp>
        <p:nvSpPr>
          <p:cNvPr id="54" name="Text Placeholder 81">
            <a:extLst>
              <a:ext uri="{FF2B5EF4-FFF2-40B4-BE49-F238E27FC236}">
                <a16:creationId xmlns:a16="http://schemas.microsoft.com/office/drawing/2014/main" id="{6FA70002-E106-4814-80D9-9B16C47D16A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8489" y="1190247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/>
            <a:r>
              <a:rPr lang="en-US" dirty="0"/>
              <a:t>Shot</a:t>
            </a:r>
          </a:p>
        </p:txBody>
      </p:sp>
      <p:sp>
        <p:nvSpPr>
          <p:cNvPr id="55" name="Picture Placeholder 52">
            <a:extLst>
              <a:ext uri="{FF2B5EF4-FFF2-40B4-BE49-F238E27FC236}">
                <a16:creationId xmlns:a16="http://schemas.microsoft.com/office/drawing/2014/main" id="{DA974C86-489F-44D2-B2E4-F025BBC5F274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591860" y="1581580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/>
            <a:r>
              <a:rPr lang="en-US" dirty="0"/>
              <a:t>Shot</a:t>
            </a:r>
          </a:p>
        </p:txBody>
      </p:sp>
      <p:sp>
        <p:nvSpPr>
          <p:cNvPr id="56" name="Text Placeholder 79">
            <a:extLst>
              <a:ext uri="{FF2B5EF4-FFF2-40B4-BE49-F238E27FC236}">
                <a16:creationId xmlns:a16="http://schemas.microsoft.com/office/drawing/2014/main" id="{4F866A5A-6650-4ADF-994F-0651F91384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592100" y="1202026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/>
            <a:r>
              <a:rPr lang="en-US" dirty="0"/>
              <a:t>#</a:t>
            </a:r>
          </a:p>
        </p:txBody>
      </p:sp>
      <p:sp>
        <p:nvSpPr>
          <p:cNvPr id="57" name="Text Placeholder 81">
            <a:extLst>
              <a:ext uri="{FF2B5EF4-FFF2-40B4-BE49-F238E27FC236}">
                <a16:creationId xmlns:a16="http://schemas.microsoft.com/office/drawing/2014/main" id="{B8B08313-1651-4123-A6B4-C19864969C8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958813" y="1202026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/>
            <a:r>
              <a:rPr lang="en-US" dirty="0"/>
              <a:t>Shot</a:t>
            </a:r>
          </a:p>
        </p:txBody>
      </p:sp>
      <p:sp>
        <p:nvSpPr>
          <p:cNvPr id="58" name="Picture Placeholder 52">
            <a:extLst>
              <a:ext uri="{FF2B5EF4-FFF2-40B4-BE49-F238E27FC236}">
                <a16:creationId xmlns:a16="http://schemas.microsoft.com/office/drawing/2014/main" id="{45913BDC-7814-4D71-8955-13D3F6D9D8B9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599557" y="5265470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/>
            <a:r>
              <a:rPr lang="en-US" dirty="0"/>
              <a:t>Shot</a:t>
            </a:r>
          </a:p>
        </p:txBody>
      </p:sp>
      <p:sp>
        <p:nvSpPr>
          <p:cNvPr id="59" name="Text Placeholder 79">
            <a:extLst>
              <a:ext uri="{FF2B5EF4-FFF2-40B4-BE49-F238E27FC236}">
                <a16:creationId xmlns:a16="http://schemas.microsoft.com/office/drawing/2014/main" id="{A71822FD-F73A-428E-AA87-453B680E866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599797" y="4885916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/>
            <a:r>
              <a:rPr lang="en-US" dirty="0"/>
              <a:t>#</a:t>
            </a:r>
          </a:p>
        </p:txBody>
      </p:sp>
      <p:sp>
        <p:nvSpPr>
          <p:cNvPr id="60" name="Text Placeholder 81">
            <a:extLst>
              <a:ext uri="{FF2B5EF4-FFF2-40B4-BE49-F238E27FC236}">
                <a16:creationId xmlns:a16="http://schemas.microsoft.com/office/drawing/2014/main" id="{E1F7FF42-0096-42FC-AA68-F637169D4F4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966510" y="4885916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/>
            <a:r>
              <a:rPr lang="en-US" dirty="0"/>
              <a:t>Shot</a:t>
            </a:r>
          </a:p>
        </p:txBody>
      </p:sp>
      <p:sp>
        <p:nvSpPr>
          <p:cNvPr id="61" name="Picture Placeholder 52">
            <a:extLst>
              <a:ext uri="{FF2B5EF4-FFF2-40B4-BE49-F238E27FC236}">
                <a16:creationId xmlns:a16="http://schemas.microsoft.com/office/drawing/2014/main" id="{112F1158-97A5-4F95-99EE-03657290F97A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49928" y="5265470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/>
            <a:r>
              <a:rPr lang="en-US" dirty="0"/>
              <a:t>Shot</a:t>
            </a:r>
          </a:p>
        </p:txBody>
      </p:sp>
      <p:sp>
        <p:nvSpPr>
          <p:cNvPr id="62" name="Text Placeholder 79">
            <a:extLst>
              <a:ext uri="{FF2B5EF4-FFF2-40B4-BE49-F238E27FC236}">
                <a16:creationId xmlns:a16="http://schemas.microsoft.com/office/drawing/2014/main" id="{DE40488A-2568-4536-9F25-746C79133E7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50168" y="4885916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/>
            <a:r>
              <a:rPr lang="en-US" dirty="0"/>
              <a:t>#</a:t>
            </a:r>
          </a:p>
        </p:txBody>
      </p:sp>
      <p:sp>
        <p:nvSpPr>
          <p:cNvPr id="63" name="Text Placeholder 81">
            <a:extLst>
              <a:ext uri="{FF2B5EF4-FFF2-40B4-BE49-F238E27FC236}">
                <a16:creationId xmlns:a16="http://schemas.microsoft.com/office/drawing/2014/main" id="{6463348B-93D6-4CBD-88DA-3F72049D278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16881" y="4885916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/>
            <a:r>
              <a:rPr lang="en-US" dirty="0"/>
              <a:t>Shot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EEAB7C6-8C31-41C2-870B-BE92B468E4C8}"/>
              </a:ext>
            </a:extLst>
          </p:cNvPr>
          <p:cNvCxnSpPr>
            <a:cxnSpLocks/>
          </p:cNvCxnSpPr>
          <p:nvPr userDrawn="1"/>
        </p:nvCxnSpPr>
        <p:spPr>
          <a:xfrm>
            <a:off x="1201297" y="3785915"/>
            <a:ext cx="183682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84C6E59-C003-47DF-A96F-694532A3E92A}"/>
              </a:ext>
            </a:extLst>
          </p:cNvPr>
          <p:cNvCxnSpPr>
            <a:cxnSpLocks/>
          </p:cNvCxnSpPr>
          <p:nvPr userDrawn="1"/>
        </p:nvCxnSpPr>
        <p:spPr>
          <a:xfrm>
            <a:off x="1192107" y="4024369"/>
            <a:ext cx="184469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95096B7-51F2-47C6-AB86-B0C2BFD4DCBF}"/>
              </a:ext>
            </a:extLst>
          </p:cNvPr>
          <p:cNvCxnSpPr>
            <a:cxnSpLocks/>
          </p:cNvCxnSpPr>
          <p:nvPr userDrawn="1"/>
        </p:nvCxnSpPr>
        <p:spPr>
          <a:xfrm>
            <a:off x="1315228" y="4257714"/>
            <a:ext cx="173931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E8969C8-6073-4417-8DBB-2F4C5A2BD884}"/>
              </a:ext>
            </a:extLst>
          </p:cNvPr>
          <p:cNvCxnSpPr>
            <a:cxnSpLocks/>
          </p:cNvCxnSpPr>
          <p:nvPr userDrawn="1"/>
        </p:nvCxnSpPr>
        <p:spPr>
          <a:xfrm>
            <a:off x="1543836" y="4482207"/>
            <a:ext cx="154366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ADF7430-C0BE-4870-866A-559061E82B81}"/>
              </a:ext>
            </a:extLst>
          </p:cNvPr>
          <p:cNvCxnSpPr>
            <a:cxnSpLocks/>
          </p:cNvCxnSpPr>
          <p:nvPr userDrawn="1"/>
        </p:nvCxnSpPr>
        <p:spPr>
          <a:xfrm>
            <a:off x="647114" y="4671194"/>
            <a:ext cx="231113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Action Text">
            <a:extLst>
              <a:ext uri="{FF2B5EF4-FFF2-40B4-BE49-F238E27FC236}">
                <a16:creationId xmlns:a16="http://schemas.microsoft.com/office/drawing/2014/main" id="{F1B15F07-CC5B-4BA1-A6AE-A1504A021E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9236" y="3608278"/>
            <a:ext cx="215142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115" name="Audio">
            <a:extLst>
              <a:ext uri="{FF2B5EF4-FFF2-40B4-BE49-F238E27FC236}">
                <a16:creationId xmlns:a16="http://schemas.microsoft.com/office/drawing/2014/main" id="{DA229F25-003A-448C-A6AF-9A24FBC6B2A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19236" y="3836576"/>
            <a:ext cx="215142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Audio Here</a:t>
            </a:r>
          </a:p>
        </p:txBody>
      </p:sp>
      <p:sp>
        <p:nvSpPr>
          <p:cNvPr id="116" name="Camera">
            <a:extLst>
              <a:ext uri="{FF2B5EF4-FFF2-40B4-BE49-F238E27FC236}">
                <a16:creationId xmlns:a16="http://schemas.microsoft.com/office/drawing/2014/main" id="{67B3242B-D1E0-4730-8918-82A4C10ECAD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03057" y="4070970"/>
            <a:ext cx="206760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Camera Here</a:t>
            </a:r>
          </a:p>
        </p:txBody>
      </p:sp>
      <p:sp>
        <p:nvSpPr>
          <p:cNvPr id="117" name="Media Info">
            <a:extLst>
              <a:ext uri="{FF2B5EF4-FFF2-40B4-BE49-F238E27FC236}">
                <a16:creationId xmlns:a16="http://schemas.microsoft.com/office/drawing/2014/main" id="{9CCC4A49-FED8-408D-837F-22A498D46DE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444991" y="4299268"/>
            <a:ext cx="1825671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Media Info Here</a:t>
            </a:r>
          </a:p>
        </p:txBody>
      </p:sp>
      <p:sp>
        <p:nvSpPr>
          <p:cNvPr id="118" name="Media Info2">
            <a:extLst>
              <a:ext uri="{FF2B5EF4-FFF2-40B4-BE49-F238E27FC236}">
                <a16:creationId xmlns:a16="http://schemas.microsoft.com/office/drawing/2014/main" id="{16C374AD-7CE3-44EF-887C-D816806DE0C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6521" y="4493214"/>
            <a:ext cx="2713289" cy="203046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Medio Info Here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C6A13D4-2B2A-42A6-A157-18C8C682EFF1}"/>
              </a:ext>
            </a:extLst>
          </p:cNvPr>
          <p:cNvSpPr txBox="1"/>
          <p:nvPr userDrawn="1"/>
        </p:nvSpPr>
        <p:spPr>
          <a:xfrm>
            <a:off x="3593183" y="3605623"/>
            <a:ext cx="2497734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Action</a:t>
            </a:r>
            <a:r>
              <a:rPr lang="en-US" sz="1400" b="1" dirty="0">
                <a:solidFill>
                  <a:srgbClr val="14345D"/>
                </a:solidFill>
              </a:rPr>
              <a:t>:</a:t>
            </a: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Audio: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Camera: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Media info: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C74C644-4769-406C-9FA5-2F3FD77EF22D}"/>
              </a:ext>
            </a:extLst>
          </p:cNvPr>
          <p:cNvCxnSpPr>
            <a:cxnSpLocks/>
          </p:cNvCxnSpPr>
          <p:nvPr userDrawn="1"/>
        </p:nvCxnSpPr>
        <p:spPr>
          <a:xfrm>
            <a:off x="4333130" y="3816489"/>
            <a:ext cx="183682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9553600-C914-4A21-982F-7E7A8724ED05}"/>
              </a:ext>
            </a:extLst>
          </p:cNvPr>
          <p:cNvCxnSpPr>
            <a:cxnSpLocks/>
          </p:cNvCxnSpPr>
          <p:nvPr userDrawn="1"/>
        </p:nvCxnSpPr>
        <p:spPr>
          <a:xfrm>
            <a:off x="4323940" y="4054943"/>
            <a:ext cx="184469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057055D-0F46-4D90-8938-693044ED91F9}"/>
              </a:ext>
            </a:extLst>
          </p:cNvPr>
          <p:cNvCxnSpPr>
            <a:cxnSpLocks/>
          </p:cNvCxnSpPr>
          <p:nvPr userDrawn="1"/>
        </p:nvCxnSpPr>
        <p:spPr>
          <a:xfrm>
            <a:off x="4447061" y="4288288"/>
            <a:ext cx="173931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B9CC637-9E72-4932-AC8C-7179031DC566}"/>
              </a:ext>
            </a:extLst>
          </p:cNvPr>
          <p:cNvCxnSpPr>
            <a:cxnSpLocks/>
          </p:cNvCxnSpPr>
          <p:nvPr userDrawn="1"/>
        </p:nvCxnSpPr>
        <p:spPr>
          <a:xfrm>
            <a:off x="4675669" y="4512781"/>
            <a:ext cx="154366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212DA3F-3D9B-417C-AD85-BC24A3DF0C80}"/>
              </a:ext>
            </a:extLst>
          </p:cNvPr>
          <p:cNvCxnSpPr>
            <a:cxnSpLocks/>
          </p:cNvCxnSpPr>
          <p:nvPr userDrawn="1"/>
        </p:nvCxnSpPr>
        <p:spPr>
          <a:xfrm>
            <a:off x="3778947" y="4701768"/>
            <a:ext cx="231113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Action Text">
            <a:extLst>
              <a:ext uri="{FF2B5EF4-FFF2-40B4-BE49-F238E27FC236}">
                <a16:creationId xmlns:a16="http://schemas.microsoft.com/office/drawing/2014/main" id="{DC4D6F69-3549-4BDE-B731-091205DBF880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251069" y="3638852"/>
            <a:ext cx="215142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132" name="Audio">
            <a:extLst>
              <a:ext uri="{FF2B5EF4-FFF2-40B4-BE49-F238E27FC236}">
                <a16:creationId xmlns:a16="http://schemas.microsoft.com/office/drawing/2014/main" id="{3756DCD3-FD29-4557-97FE-710DE7FCDCA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251069" y="3867150"/>
            <a:ext cx="215142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Audio Here</a:t>
            </a:r>
          </a:p>
        </p:txBody>
      </p:sp>
      <p:sp>
        <p:nvSpPr>
          <p:cNvPr id="133" name="Camera">
            <a:extLst>
              <a:ext uri="{FF2B5EF4-FFF2-40B4-BE49-F238E27FC236}">
                <a16:creationId xmlns:a16="http://schemas.microsoft.com/office/drawing/2014/main" id="{A662C519-3FDE-4011-BBE6-E2EC260F950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334890" y="4101544"/>
            <a:ext cx="206760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Camera Here</a:t>
            </a:r>
          </a:p>
        </p:txBody>
      </p:sp>
      <p:sp>
        <p:nvSpPr>
          <p:cNvPr id="134" name="Media Info">
            <a:extLst>
              <a:ext uri="{FF2B5EF4-FFF2-40B4-BE49-F238E27FC236}">
                <a16:creationId xmlns:a16="http://schemas.microsoft.com/office/drawing/2014/main" id="{AF486E53-F3A0-4CC0-A85D-2950A4EB8E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576824" y="4329842"/>
            <a:ext cx="1825671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Media Info Here</a:t>
            </a:r>
          </a:p>
        </p:txBody>
      </p:sp>
      <p:sp>
        <p:nvSpPr>
          <p:cNvPr id="135" name="Media Info2">
            <a:extLst>
              <a:ext uri="{FF2B5EF4-FFF2-40B4-BE49-F238E27FC236}">
                <a16:creationId xmlns:a16="http://schemas.microsoft.com/office/drawing/2014/main" id="{98B0053D-4495-4930-B86E-16820DC8588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98354" y="4523788"/>
            <a:ext cx="2713289" cy="203046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Medio Info Here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BE7AD75-61AF-4135-913A-EF0677BCC220}"/>
              </a:ext>
            </a:extLst>
          </p:cNvPr>
          <p:cNvSpPr txBox="1"/>
          <p:nvPr userDrawn="1"/>
        </p:nvSpPr>
        <p:spPr>
          <a:xfrm>
            <a:off x="496809" y="7300476"/>
            <a:ext cx="2497734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Action</a:t>
            </a:r>
            <a:r>
              <a:rPr lang="en-US" sz="1400" b="1" dirty="0">
                <a:solidFill>
                  <a:srgbClr val="14345D"/>
                </a:solidFill>
              </a:rPr>
              <a:t>:</a:t>
            </a: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Audio: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Camera: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Media info: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1579B1A-551F-4564-A35B-B206D8981DFB}"/>
              </a:ext>
            </a:extLst>
          </p:cNvPr>
          <p:cNvCxnSpPr>
            <a:cxnSpLocks/>
          </p:cNvCxnSpPr>
          <p:nvPr userDrawn="1"/>
        </p:nvCxnSpPr>
        <p:spPr>
          <a:xfrm>
            <a:off x="1236756" y="7511342"/>
            <a:ext cx="183682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DEBF7C6-339D-4820-BA99-0309699F9160}"/>
              </a:ext>
            </a:extLst>
          </p:cNvPr>
          <p:cNvCxnSpPr>
            <a:cxnSpLocks/>
          </p:cNvCxnSpPr>
          <p:nvPr userDrawn="1"/>
        </p:nvCxnSpPr>
        <p:spPr>
          <a:xfrm>
            <a:off x="1227566" y="7749796"/>
            <a:ext cx="184469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2954C2F-BDA7-44C2-87F5-C00F4C6E9D29}"/>
              </a:ext>
            </a:extLst>
          </p:cNvPr>
          <p:cNvCxnSpPr>
            <a:cxnSpLocks/>
          </p:cNvCxnSpPr>
          <p:nvPr userDrawn="1"/>
        </p:nvCxnSpPr>
        <p:spPr>
          <a:xfrm>
            <a:off x="1350687" y="7983141"/>
            <a:ext cx="173931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90201B1-9D4B-43B4-ACA8-6A81FAE4D01A}"/>
              </a:ext>
            </a:extLst>
          </p:cNvPr>
          <p:cNvCxnSpPr>
            <a:cxnSpLocks/>
          </p:cNvCxnSpPr>
          <p:nvPr userDrawn="1"/>
        </p:nvCxnSpPr>
        <p:spPr>
          <a:xfrm>
            <a:off x="1579295" y="8207634"/>
            <a:ext cx="154366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78D760F-C193-4214-A63C-F8465622BD4F}"/>
              </a:ext>
            </a:extLst>
          </p:cNvPr>
          <p:cNvCxnSpPr>
            <a:cxnSpLocks/>
          </p:cNvCxnSpPr>
          <p:nvPr userDrawn="1"/>
        </p:nvCxnSpPr>
        <p:spPr>
          <a:xfrm>
            <a:off x="682573" y="8396621"/>
            <a:ext cx="231113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Action Text">
            <a:extLst>
              <a:ext uri="{FF2B5EF4-FFF2-40B4-BE49-F238E27FC236}">
                <a16:creationId xmlns:a16="http://schemas.microsoft.com/office/drawing/2014/main" id="{6CB4300D-9E64-4739-B975-1F3FE0363CD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154695" y="7333705"/>
            <a:ext cx="215142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143" name="Audio">
            <a:extLst>
              <a:ext uri="{FF2B5EF4-FFF2-40B4-BE49-F238E27FC236}">
                <a16:creationId xmlns:a16="http://schemas.microsoft.com/office/drawing/2014/main" id="{3F680BCF-E284-4FFB-95FA-F7755A633C2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154695" y="7562003"/>
            <a:ext cx="215142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Audio Here</a:t>
            </a:r>
          </a:p>
        </p:txBody>
      </p:sp>
      <p:sp>
        <p:nvSpPr>
          <p:cNvPr id="144" name="Camera">
            <a:extLst>
              <a:ext uri="{FF2B5EF4-FFF2-40B4-BE49-F238E27FC236}">
                <a16:creationId xmlns:a16="http://schemas.microsoft.com/office/drawing/2014/main" id="{73016D1D-74C3-4684-9182-6CBD02EEFE5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38516" y="7796397"/>
            <a:ext cx="206760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Camera Here</a:t>
            </a:r>
          </a:p>
        </p:txBody>
      </p:sp>
      <p:sp>
        <p:nvSpPr>
          <p:cNvPr id="145" name="Media Info">
            <a:extLst>
              <a:ext uri="{FF2B5EF4-FFF2-40B4-BE49-F238E27FC236}">
                <a16:creationId xmlns:a16="http://schemas.microsoft.com/office/drawing/2014/main" id="{BDC7A925-2134-41C5-8069-DAC52B641A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480450" y="8024695"/>
            <a:ext cx="1825671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Media Info Here</a:t>
            </a:r>
          </a:p>
        </p:txBody>
      </p:sp>
      <p:sp>
        <p:nvSpPr>
          <p:cNvPr id="146" name="Media Info2">
            <a:extLst>
              <a:ext uri="{FF2B5EF4-FFF2-40B4-BE49-F238E27FC236}">
                <a16:creationId xmlns:a16="http://schemas.microsoft.com/office/drawing/2014/main" id="{8ED04F78-83D6-4D42-B318-350FD607BCF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01980" y="8218641"/>
            <a:ext cx="2713289" cy="203046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Medio Info Here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0435651-AA19-45A8-81DA-147CDCC9A9B7}"/>
              </a:ext>
            </a:extLst>
          </p:cNvPr>
          <p:cNvSpPr txBox="1"/>
          <p:nvPr userDrawn="1"/>
        </p:nvSpPr>
        <p:spPr>
          <a:xfrm>
            <a:off x="3591860" y="7300476"/>
            <a:ext cx="2497734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Action</a:t>
            </a:r>
            <a:r>
              <a:rPr lang="en-US" sz="1400" b="1" dirty="0">
                <a:solidFill>
                  <a:srgbClr val="14345D"/>
                </a:solidFill>
              </a:rPr>
              <a:t>:</a:t>
            </a: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Audio: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Camera: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Media info: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D3AA12F-42A2-4B01-BCDB-5537A2B5A7A2}"/>
              </a:ext>
            </a:extLst>
          </p:cNvPr>
          <p:cNvCxnSpPr>
            <a:cxnSpLocks/>
          </p:cNvCxnSpPr>
          <p:nvPr userDrawn="1"/>
        </p:nvCxnSpPr>
        <p:spPr>
          <a:xfrm>
            <a:off x="4331807" y="7511342"/>
            <a:ext cx="183682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47BB46-EC3E-4663-8F82-4917A1A5FA83}"/>
              </a:ext>
            </a:extLst>
          </p:cNvPr>
          <p:cNvCxnSpPr>
            <a:cxnSpLocks/>
          </p:cNvCxnSpPr>
          <p:nvPr userDrawn="1"/>
        </p:nvCxnSpPr>
        <p:spPr>
          <a:xfrm>
            <a:off x="4322617" y="7749796"/>
            <a:ext cx="184469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A0C4F43-E985-4924-BFE3-95AE54582CFD}"/>
              </a:ext>
            </a:extLst>
          </p:cNvPr>
          <p:cNvCxnSpPr>
            <a:cxnSpLocks/>
          </p:cNvCxnSpPr>
          <p:nvPr userDrawn="1"/>
        </p:nvCxnSpPr>
        <p:spPr>
          <a:xfrm>
            <a:off x="4445738" y="7983141"/>
            <a:ext cx="173931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D1CD15-6621-4FC3-B3FD-BE27239EFEA5}"/>
              </a:ext>
            </a:extLst>
          </p:cNvPr>
          <p:cNvCxnSpPr>
            <a:cxnSpLocks/>
          </p:cNvCxnSpPr>
          <p:nvPr userDrawn="1"/>
        </p:nvCxnSpPr>
        <p:spPr>
          <a:xfrm>
            <a:off x="4674346" y="8207634"/>
            <a:ext cx="154366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7969D2A-8E4D-47B1-907B-49E6E1C92E93}"/>
              </a:ext>
            </a:extLst>
          </p:cNvPr>
          <p:cNvCxnSpPr>
            <a:cxnSpLocks/>
          </p:cNvCxnSpPr>
          <p:nvPr userDrawn="1"/>
        </p:nvCxnSpPr>
        <p:spPr>
          <a:xfrm>
            <a:off x="3777624" y="8396621"/>
            <a:ext cx="231113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Action Text">
            <a:extLst>
              <a:ext uri="{FF2B5EF4-FFF2-40B4-BE49-F238E27FC236}">
                <a16:creationId xmlns:a16="http://schemas.microsoft.com/office/drawing/2014/main" id="{4DCC5A95-3366-4E03-B0DB-C63AEAB6A731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249746" y="7333705"/>
            <a:ext cx="215142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154" name="Audio">
            <a:extLst>
              <a:ext uri="{FF2B5EF4-FFF2-40B4-BE49-F238E27FC236}">
                <a16:creationId xmlns:a16="http://schemas.microsoft.com/office/drawing/2014/main" id="{87CEF7C5-C32D-414F-90DD-AAA171DCFAF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49746" y="7562003"/>
            <a:ext cx="215142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Audio Here</a:t>
            </a:r>
          </a:p>
        </p:txBody>
      </p:sp>
      <p:sp>
        <p:nvSpPr>
          <p:cNvPr id="155" name="Camera">
            <a:extLst>
              <a:ext uri="{FF2B5EF4-FFF2-40B4-BE49-F238E27FC236}">
                <a16:creationId xmlns:a16="http://schemas.microsoft.com/office/drawing/2014/main" id="{22184A42-54AB-49AA-9899-7E93BAD3D74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333567" y="7796397"/>
            <a:ext cx="2067606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Camera Here</a:t>
            </a:r>
          </a:p>
        </p:txBody>
      </p:sp>
      <p:sp>
        <p:nvSpPr>
          <p:cNvPr id="156" name="Media Info">
            <a:extLst>
              <a:ext uri="{FF2B5EF4-FFF2-40B4-BE49-F238E27FC236}">
                <a16:creationId xmlns:a16="http://schemas.microsoft.com/office/drawing/2014/main" id="{BE367BDC-A93F-4C93-9C9C-D78DE292B32F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575501" y="8024695"/>
            <a:ext cx="1825671" cy="184493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Media Info Here</a:t>
            </a:r>
          </a:p>
        </p:txBody>
      </p:sp>
      <p:sp>
        <p:nvSpPr>
          <p:cNvPr id="157" name="Media Info2">
            <a:extLst>
              <a:ext uri="{FF2B5EF4-FFF2-40B4-BE49-F238E27FC236}">
                <a16:creationId xmlns:a16="http://schemas.microsoft.com/office/drawing/2014/main" id="{6A406D58-4726-483F-839C-E85E3407D97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697031" y="8218641"/>
            <a:ext cx="2713289" cy="203046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Medio Info Here</a:t>
            </a:r>
          </a:p>
        </p:txBody>
      </p:sp>
    </p:spTree>
    <p:extLst>
      <p:ext uri="{BB962C8B-B14F-4D97-AF65-F5344CB8AC3E}">
        <p14:creationId xmlns:p14="http://schemas.microsoft.com/office/powerpoint/2010/main" val="248831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92AF-6DFD-47C6-8352-E82BD82B1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49" y="722313"/>
            <a:ext cx="3017520" cy="247085"/>
          </a:xfrm>
        </p:spPr>
        <p:txBody>
          <a:bodyPr/>
          <a:lstStyle>
            <a:lvl1pPr>
              <a:defRPr lang="en-US" sz="1800" b="1" kern="1200" dirty="0" smtClean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Movie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2FE19-5D95-42F2-A952-8C10FD9C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20473" y="8696970"/>
            <a:ext cx="447158" cy="307576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200" i="1" smtClean="0">
                <a:solidFill>
                  <a:srgbClr val="14345D"/>
                </a:solidFill>
              </a:defRPr>
            </a:lvl1pPr>
          </a:lstStyle>
          <a:p>
            <a:pPr algn="ctr"/>
            <a:fld id="{BCD5153B-A88B-49C0-9DC6-81302951326B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DD8EA44-B2AA-488E-A03D-3B38D5D086E9}"/>
              </a:ext>
            </a:extLst>
          </p:cNvPr>
          <p:cNvSpPr txBox="1">
            <a:spLocks/>
          </p:cNvSpPr>
          <p:nvPr userDrawn="1"/>
        </p:nvSpPr>
        <p:spPr>
          <a:xfrm>
            <a:off x="461349" y="447030"/>
            <a:ext cx="3108325" cy="523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Storyboard:</a:t>
            </a:r>
            <a:br>
              <a:rPr lang="en-US" sz="140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961836-3BE6-4F1F-88E0-3AAEB0F59FDE}"/>
              </a:ext>
            </a:extLst>
          </p:cNvPr>
          <p:cNvSpPr txBox="1"/>
          <p:nvPr userDrawn="1"/>
        </p:nvSpPr>
        <p:spPr>
          <a:xfrm>
            <a:off x="3527795" y="1590956"/>
            <a:ext cx="2891385" cy="140961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Description:</a:t>
            </a:r>
            <a:b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Action: </a:t>
            </a: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Audio: 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Camera: </a:t>
            </a:r>
            <a:r>
              <a:rPr lang="en-US" sz="1400" i="1" spc="-2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Media info: </a:t>
            </a:r>
            <a:r>
              <a:rPr lang="en-US" sz="1400" i="1" spc="-2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832673-E9F7-4675-AFF9-51F96A966624}"/>
              </a:ext>
            </a:extLst>
          </p:cNvPr>
          <p:cNvCxnSpPr>
            <a:cxnSpLocks/>
          </p:cNvCxnSpPr>
          <p:nvPr userDrawn="1"/>
        </p:nvCxnSpPr>
        <p:spPr>
          <a:xfrm>
            <a:off x="4559986" y="1818699"/>
            <a:ext cx="174873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C33A797-4609-4FA0-B1B3-DF47863AA45E}"/>
              </a:ext>
            </a:extLst>
          </p:cNvPr>
          <p:cNvCxnSpPr>
            <a:cxnSpLocks/>
          </p:cNvCxnSpPr>
          <p:nvPr userDrawn="1"/>
        </p:nvCxnSpPr>
        <p:spPr>
          <a:xfrm>
            <a:off x="3611321" y="2001315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8066B3-21AD-439A-8B41-DC1459ABA4DE}"/>
              </a:ext>
            </a:extLst>
          </p:cNvPr>
          <p:cNvCxnSpPr>
            <a:cxnSpLocks/>
          </p:cNvCxnSpPr>
          <p:nvPr userDrawn="1"/>
        </p:nvCxnSpPr>
        <p:spPr>
          <a:xfrm>
            <a:off x="4162571" y="2230905"/>
            <a:ext cx="214615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C3D3E4-9A12-4B1B-87C9-B2D5CA521875}"/>
              </a:ext>
            </a:extLst>
          </p:cNvPr>
          <p:cNvCxnSpPr>
            <a:cxnSpLocks/>
          </p:cNvCxnSpPr>
          <p:nvPr userDrawn="1"/>
        </p:nvCxnSpPr>
        <p:spPr>
          <a:xfrm>
            <a:off x="4153381" y="2469359"/>
            <a:ext cx="215534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F428C4-1D1D-4F5C-8405-6F85B52995CA}"/>
              </a:ext>
            </a:extLst>
          </p:cNvPr>
          <p:cNvCxnSpPr>
            <a:cxnSpLocks/>
          </p:cNvCxnSpPr>
          <p:nvPr userDrawn="1"/>
        </p:nvCxnSpPr>
        <p:spPr>
          <a:xfrm>
            <a:off x="4276502" y="2702704"/>
            <a:ext cx="2032223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B29253-D402-46E8-BA17-F194E6BB075F}"/>
              </a:ext>
            </a:extLst>
          </p:cNvPr>
          <p:cNvCxnSpPr>
            <a:cxnSpLocks/>
          </p:cNvCxnSpPr>
          <p:nvPr userDrawn="1"/>
        </p:nvCxnSpPr>
        <p:spPr>
          <a:xfrm>
            <a:off x="4505110" y="2927197"/>
            <a:ext cx="1803615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57EEFA-20D6-425A-995C-8C689D19AA3F}"/>
              </a:ext>
            </a:extLst>
          </p:cNvPr>
          <p:cNvCxnSpPr>
            <a:cxnSpLocks/>
          </p:cNvCxnSpPr>
          <p:nvPr userDrawn="1"/>
        </p:nvCxnSpPr>
        <p:spPr>
          <a:xfrm>
            <a:off x="3608388" y="3116184"/>
            <a:ext cx="2700337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295718-06B4-432A-9120-2BE2AE59C86A}"/>
              </a:ext>
            </a:extLst>
          </p:cNvPr>
          <p:cNvCxnSpPr>
            <a:cxnSpLocks/>
          </p:cNvCxnSpPr>
          <p:nvPr userDrawn="1"/>
        </p:nvCxnSpPr>
        <p:spPr>
          <a:xfrm>
            <a:off x="3611321" y="3305838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D68986-09A4-4E02-9B8A-A746055BEBED}"/>
              </a:ext>
            </a:extLst>
          </p:cNvPr>
          <p:cNvCxnSpPr>
            <a:cxnSpLocks/>
          </p:cNvCxnSpPr>
          <p:nvPr userDrawn="1"/>
        </p:nvCxnSpPr>
        <p:spPr>
          <a:xfrm>
            <a:off x="3608388" y="3540948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hidden="1">
            <a:extLst>
              <a:ext uri="{FF2B5EF4-FFF2-40B4-BE49-F238E27FC236}">
                <a16:creationId xmlns:a16="http://schemas.microsoft.com/office/drawing/2014/main" id="{BB383619-CD51-4918-9403-113F1BDEBD23}"/>
              </a:ext>
            </a:extLst>
          </p:cNvPr>
          <p:cNvCxnSpPr>
            <a:cxnSpLocks/>
          </p:cNvCxnSpPr>
          <p:nvPr userDrawn="1"/>
        </p:nvCxnSpPr>
        <p:spPr>
          <a:xfrm>
            <a:off x="4559986" y="4314050"/>
            <a:ext cx="174873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 hidden="1">
            <a:extLst>
              <a:ext uri="{FF2B5EF4-FFF2-40B4-BE49-F238E27FC236}">
                <a16:creationId xmlns:a16="http://schemas.microsoft.com/office/drawing/2014/main" id="{CA05C0C0-35DA-4A14-8C50-99A8F2D7A54E}"/>
              </a:ext>
            </a:extLst>
          </p:cNvPr>
          <p:cNvCxnSpPr>
            <a:cxnSpLocks/>
          </p:cNvCxnSpPr>
          <p:nvPr userDrawn="1"/>
        </p:nvCxnSpPr>
        <p:spPr>
          <a:xfrm>
            <a:off x="4162571" y="4726256"/>
            <a:ext cx="214615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 hidden="1">
            <a:extLst>
              <a:ext uri="{FF2B5EF4-FFF2-40B4-BE49-F238E27FC236}">
                <a16:creationId xmlns:a16="http://schemas.microsoft.com/office/drawing/2014/main" id="{76A1B6DD-7BF8-44B2-A251-1166604B286C}"/>
              </a:ext>
            </a:extLst>
          </p:cNvPr>
          <p:cNvCxnSpPr>
            <a:cxnSpLocks/>
          </p:cNvCxnSpPr>
          <p:nvPr userDrawn="1"/>
        </p:nvCxnSpPr>
        <p:spPr>
          <a:xfrm>
            <a:off x="4153381" y="4964710"/>
            <a:ext cx="215534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 hidden="1">
            <a:extLst>
              <a:ext uri="{FF2B5EF4-FFF2-40B4-BE49-F238E27FC236}">
                <a16:creationId xmlns:a16="http://schemas.microsoft.com/office/drawing/2014/main" id="{E64D2174-1387-44A3-8EE8-527290CF4FF0}"/>
              </a:ext>
            </a:extLst>
          </p:cNvPr>
          <p:cNvCxnSpPr>
            <a:cxnSpLocks/>
          </p:cNvCxnSpPr>
          <p:nvPr userDrawn="1"/>
        </p:nvCxnSpPr>
        <p:spPr>
          <a:xfrm>
            <a:off x="4276502" y="5198055"/>
            <a:ext cx="2032223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 hidden="1">
            <a:extLst>
              <a:ext uri="{FF2B5EF4-FFF2-40B4-BE49-F238E27FC236}">
                <a16:creationId xmlns:a16="http://schemas.microsoft.com/office/drawing/2014/main" id="{EFEEEB69-3807-4ED0-B7BF-36CEDC50259F}"/>
              </a:ext>
            </a:extLst>
          </p:cNvPr>
          <p:cNvCxnSpPr>
            <a:cxnSpLocks/>
          </p:cNvCxnSpPr>
          <p:nvPr userDrawn="1"/>
        </p:nvCxnSpPr>
        <p:spPr>
          <a:xfrm>
            <a:off x="4505110" y="5422548"/>
            <a:ext cx="1803615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E353EA-6BB8-4C19-8454-21B95AC6313F}"/>
              </a:ext>
            </a:extLst>
          </p:cNvPr>
          <p:cNvCxnSpPr>
            <a:cxnSpLocks/>
          </p:cNvCxnSpPr>
          <p:nvPr userDrawn="1"/>
        </p:nvCxnSpPr>
        <p:spPr>
          <a:xfrm>
            <a:off x="549275" y="1081865"/>
            <a:ext cx="5759450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3">
            <a:extLst>
              <a:ext uri="{FF2B5EF4-FFF2-40B4-BE49-F238E27FC236}">
                <a16:creationId xmlns:a16="http://schemas.microsoft.com/office/drawing/2014/main" id="{D09B3EAD-D0AA-47E0-8D3B-606A640CD0C3}"/>
              </a:ext>
            </a:extLst>
          </p:cNvPr>
          <p:cNvSpPr txBox="1">
            <a:spLocks/>
          </p:cNvSpPr>
          <p:nvPr userDrawn="1"/>
        </p:nvSpPr>
        <p:spPr>
          <a:xfrm>
            <a:off x="3527795" y="447030"/>
            <a:ext cx="3108325" cy="5231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Scene:</a:t>
            </a:r>
            <a:br>
              <a:rPr lang="en-US" sz="140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800" b="1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B22AE60-20EC-4F10-B4F8-96ACEE5F4C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27794" y="722313"/>
            <a:ext cx="3108325" cy="2476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128588" lvl="0" indent="-128588">
              <a:spcBef>
                <a:spcPct val="0"/>
              </a:spcBef>
            </a:pPr>
            <a:r>
              <a:rPr lang="en-US" dirty="0"/>
              <a:t>Scene Number</a:t>
            </a:r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E2FE218E-60E0-4054-BD4B-F587C0284E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2387" y="6710768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/>
            <a:r>
              <a:rPr lang="en-US" dirty="0"/>
              <a:t>Shot</a:t>
            </a:r>
          </a:p>
        </p:txBody>
      </p:sp>
      <p:sp>
        <p:nvSpPr>
          <p:cNvPr id="54" name="Picture Placeholder 52">
            <a:extLst>
              <a:ext uri="{FF2B5EF4-FFF2-40B4-BE49-F238E27FC236}">
                <a16:creationId xmlns:a16="http://schemas.microsoft.com/office/drawing/2014/main" id="{E7E75596-57AE-46FC-8068-DEA1A8F222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9275" y="4183611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/>
            <a:r>
              <a:rPr lang="en-US" dirty="0"/>
              <a:t>Shot</a:t>
            </a:r>
          </a:p>
        </p:txBody>
      </p:sp>
      <p:sp>
        <p:nvSpPr>
          <p:cNvPr id="55" name="Picture Placeholder 52">
            <a:extLst>
              <a:ext uri="{FF2B5EF4-FFF2-40B4-BE49-F238E27FC236}">
                <a16:creationId xmlns:a16="http://schemas.microsoft.com/office/drawing/2014/main" id="{4144F291-5EE2-476F-8344-134BADB8272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61735" y="1660667"/>
            <a:ext cx="2708275" cy="1895805"/>
          </a:xfrm>
          <a:solidFill>
            <a:schemeClr val="bg1">
              <a:lumMod val="95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lvl="0" algn="ctr" defTabSz="914400"/>
            <a:r>
              <a:rPr lang="en-US" dirty="0"/>
              <a:t>Shot</a:t>
            </a:r>
          </a:p>
        </p:txBody>
      </p:sp>
      <p:sp>
        <p:nvSpPr>
          <p:cNvPr id="56" name="Description 2">
            <a:extLst>
              <a:ext uri="{FF2B5EF4-FFF2-40B4-BE49-F238E27FC236}">
                <a16:creationId xmlns:a16="http://schemas.microsoft.com/office/drawing/2014/main" id="{E2648416-323D-4244-B6C1-F8DEED46ED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17363" y="1633249"/>
            <a:ext cx="2076877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Shot Here</a:t>
            </a:r>
          </a:p>
        </p:txBody>
      </p:sp>
      <p:sp>
        <p:nvSpPr>
          <p:cNvPr id="57" name="Description 1">
            <a:extLst>
              <a:ext uri="{FF2B5EF4-FFF2-40B4-BE49-F238E27FC236}">
                <a16:creationId xmlns:a16="http://schemas.microsoft.com/office/drawing/2014/main" id="{008832D6-7804-44D7-B908-6030BAB9DB6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27795" y="1818875"/>
            <a:ext cx="3066445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Shot Here</a:t>
            </a:r>
          </a:p>
        </p:txBody>
      </p:sp>
      <p:sp>
        <p:nvSpPr>
          <p:cNvPr id="58" name="Action Text">
            <a:extLst>
              <a:ext uri="{FF2B5EF4-FFF2-40B4-BE49-F238E27FC236}">
                <a16:creationId xmlns:a16="http://schemas.microsoft.com/office/drawing/2014/main" id="{D6A3B2B8-CFDB-4722-BA3B-FE52D35065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80510" y="2053269"/>
            <a:ext cx="251373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59" name="Audio">
            <a:extLst>
              <a:ext uri="{FF2B5EF4-FFF2-40B4-BE49-F238E27FC236}">
                <a16:creationId xmlns:a16="http://schemas.microsoft.com/office/drawing/2014/main" id="{59F2C7CB-7F01-4548-B551-A75D9604A5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80510" y="2281567"/>
            <a:ext cx="251373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Audio Here</a:t>
            </a:r>
          </a:p>
        </p:txBody>
      </p:sp>
      <p:sp>
        <p:nvSpPr>
          <p:cNvPr id="60" name="Camera">
            <a:extLst>
              <a:ext uri="{FF2B5EF4-FFF2-40B4-BE49-F238E27FC236}">
                <a16:creationId xmlns:a16="http://schemas.microsoft.com/office/drawing/2014/main" id="{7BD0FCB7-B5B5-44DB-9F59-8454CBEB27A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64330" y="2515961"/>
            <a:ext cx="242991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Camera Here</a:t>
            </a:r>
          </a:p>
        </p:txBody>
      </p:sp>
      <p:sp>
        <p:nvSpPr>
          <p:cNvPr id="61" name="Media Info">
            <a:extLst>
              <a:ext uri="{FF2B5EF4-FFF2-40B4-BE49-F238E27FC236}">
                <a16:creationId xmlns:a16="http://schemas.microsoft.com/office/drawing/2014/main" id="{045BD05D-D402-49BD-A760-ADC1E5E341D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06264" y="2744259"/>
            <a:ext cx="2187975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Media Info Here</a:t>
            </a:r>
          </a:p>
        </p:txBody>
      </p:sp>
      <p:sp>
        <p:nvSpPr>
          <p:cNvPr id="62" name="Media Info2">
            <a:extLst>
              <a:ext uri="{FF2B5EF4-FFF2-40B4-BE49-F238E27FC236}">
                <a16:creationId xmlns:a16="http://schemas.microsoft.com/office/drawing/2014/main" id="{333FF301-D378-4397-B7BF-E437A12EDE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27795" y="2938204"/>
            <a:ext cx="3066445" cy="373205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Medio Info Here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E52C1041-C978-4988-9C1D-2C55F22BE12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61975" y="1281113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/>
            <a:r>
              <a:rPr lang="en-US" dirty="0"/>
              <a:t>#</a:t>
            </a:r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62AD7949-3B4D-470A-BD51-41D17ACADA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28688" y="1281113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/>
            <a:r>
              <a:rPr lang="en-US" dirty="0"/>
              <a:t>Shot</a:t>
            </a:r>
          </a:p>
        </p:txBody>
      </p:sp>
      <p:sp>
        <p:nvSpPr>
          <p:cNvPr id="83" name="Text Placeholder 79">
            <a:extLst>
              <a:ext uri="{FF2B5EF4-FFF2-40B4-BE49-F238E27FC236}">
                <a16:creationId xmlns:a16="http://schemas.microsoft.com/office/drawing/2014/main" id="{0131C613-41F6-4039-A85F-80047A20A27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61975" y="3808961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/>
            <a:r>
              <a:rPr lang="en-US" dirty="0"/>
              <a:t>#</a:t>
            </a:r>
          </a:p>
        </p:txBody>
      </p:sp>
      <p:sp>
        <p:nvSpPr>
          <p:cNvPr id="84" name="Text Placeholder 81">
            <a:extLst>
              <a:ext uri="{FF2B5EF4-FFF2-40B4-BE49-F238E27FC236}">
                <a16:creationId xmlns:a16="http://schemas.microsoft.com/office/drawing/2014/main" id="{D65A02A1-3502-4BAC-B00F-EF6099C0CE7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28688" y="3808961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/>
            <a:r>
              <a:rPr lang="en-US" dirty="0"/>
              <a:t>Shot</a:t>
            </a:r>
          </a:p>
        </p:txBody>
      </p:sp>
      <p:sp>
        <p:nvSpPr>
          <p:cNvPr id="85" name="Text Placeholder 79">
            <a:extLst>
              <a:ext uri="{FF2B5EF4-FFF2-40B4-BE49-F238E27FC236}">
                <a16:creationId xmlns:a16="http://schemas.microsoft.com/office/drawing/2014/main" id="{C0D8F76C-D373-4CF6-B8B0-65D7B6BB8F7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49275" y="6331905"/>
            <a:ext cx="366713" cy="374650"/>
          </a:xfr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lt1"/>
                </a:solidFill>
              </a:defRPr>
            </a:lvl1pPr>
          </a:lstStyle>
          <a:p>
            <a:pPr marL="0" lvl="0" algn="ctr" defTabSz="914400"/>
            <a:r>
              <a:rPr lang="en-US" dirty="0"/>
              <a:t>#</a:t>
            </a:r>
          </a:p>
        </p:txBody>
      </p:sp>
      <p:sp>
        <p:nvSpPr>
          <p:cNvPr id="86" name="Text Placeholder 81">
            <a:extLst>
              <a:ext uri="{FF2B5EF4-FFF2-40B4-BE49-F238E27FC236}">
                <a16:creationId xmlns:a16="http://schemas.microsoft.com/office/drawing/2014/main" id="{DF45051B-D4C2-4AF2-8431-CCA0B29D8B2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15988" y="6331905"/>
            <a:ext cx="1735137" cy="374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b="1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defTabSz="914400"/>
            <a:r>
              <a:rPr lang="en-US" dirty="0"/>
              <a:t>Shot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8015FD-9AE3-4A06-B385-3483A477F7B1}"/>
              </a:ext>
            </a:extLst>
          </p:cNvPr>
          <p:cNvSpPr txBox="1"/>
          <p:nvPr userDrawn="1"/>
        </p:nvSpPr>
        <p:spPr>
          <a:xfrm>
            <a:off x="3429000" y="4181702"/>
            <a:ext cx="2891385" cy="140961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Description:</a:t>
            </a:r>
            <a:b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Action: </a:t>
            </a: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Audio: 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Camera: </a:t>
            </a:r>
            <a:r>
              <a:rPr lang="en-US" sz="1400" i="1" spc="-2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Media info: </a:t>
            </a:r>
            <a:r>
              <a:rPr lang="en-US" sz="1400" i="1" spc="-2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346C37B-F4A3-4606-8AE6-D72FE88F6881}"/>
              </a:ext>
            </a:extLst>
          </p:cNvPr>
          <p:cNvCxnSpPr>
            <a:cxnSpLocks/>
          </p:cNvCxnSpPr>
          <p:nvPr userDrawn="1"/>
        </p:nvCxnSpPr>
        <p:spPr>
          <a:xfrm>
            <a:off x="4461191" y="4409445"/>
            <a:ext cx="174873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D236158-C654-40EB-8AAA-F02C4E6E6EB3}"/>
              </a:ext>
            </a:extLst>
          </p:cNvPr>
          <p:cNvCxnSpPr>
            <a:cxnSpLocks/>
          </p:cNvCxnSpPr>
          <p:nvPr userDrawn="1"/>
        </p:nvCxnSpPr>
        <p:spPr>
          <a:xfrm>
            <a:off x="3512526" y="4592061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E6CEB9C-78C8-4D38-B1F1-8B8E23F11B32}"/>
              </a:ext>
            </a:extLst>
          </p:cNvPr>
          <p:cNvCxnSpPr>
            <a:cxnSpLocks/>
          </p:cNvCxnSpPr>
          <p:nvPr userDrawn="1"/>
        </p:nvCxnSpPr>
        <p:spPr>
          <a:xfrm>
            <a:off x="4063776" y="4821651"/>
            <a:ext cx="214615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E611715-A5AB-4A56-B7F9-F49D7402BB32}"/>
              </a:ext>
            </a:extLst>
          </p:cNvPr>
          <p:cNvCxnSpPr>
            <a:cxnSpLocks/>
          </p:cNvCxnSpPr>
          <p:nvPr userDrawn="1"/>
        </p:nvCxnSpPr>
        <p:spPr>
          <a:xfrm>
            <a:off x="4054586" y="5060105"/>
            <a:ext cx="215534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9F70761-C72F-41E1-954A-74E1F7F4DF14}"/>
              </a:ext>
            </a:extLst>
          </p:cNvPr>
          <p:cNvCxnSpPr>
            <a:cxnSpLocks/>
          </p:cNvCxnSpPr>
          <p:nvPr userDrawn="1"/>
        </p:nvCxnSpPr>
        <p:spPr>
          <a:xfrm>
            <a:off x="4177707" y="5293450"/>
            <a:ext cx="2032223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A22AE59-5E3B-4CAB-929D-B6A134C5D6E4}"/>
              </a:ext>
            </a:extLst>
          </p:cNvPr>
          <p:cNvCxnSpPr>
            <a:cxnSpLocks/>
          </p:cNvCxnSpPr>
          <p:nvPr userDrawn="1"/>
        </p:nvCxnSpPr>
        <p:spPr>
          <a:xfrm>
            <a:off x="4406315" y="5517943"/>
            <a:ext cx="1803615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0A236FB-12A2-45E7-BF69-03AB6F6FE7A0}"/>
              </a:ext>
            </a:extLst>
          </p:cNvPr>
          <p:cNvCxnSpPr>
            <a:cxnSpLocks/>
          </p:cNvCxnSpPr>
          <p:nvPr userDrawn="1"/>
        </p:nvCxnSpPr>
        <p:spPr>
          <a:xfrm>
            <a:off x="3509593" y="5706930"/>
            <a:ext cx="2700337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71A4ECD-AFD2-4988-BCF4-35DE66E4ABE9}"/>
              </a:ext>
            </a:extLst>
          </p:cNvPr>
          <p:cNvCxnSpPr>
            <a:cxnSpLocks/>
          </p:cNvCxnSpPr>
          <p:nvPr userDrawn="1"/>
        </p:nvCxnSpPr>
        <p:spPr>
          <a:xfrm>
            <a:off x="3512526" y="5896584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A22377E-66C7-4FCD-AB25-752F179D9F78}"/>
              </a:ext>
            </a:extLst>
          </p:cNvPr>
          <p:cNvCxnSpPr>
            <a:cxnSpLocks/>
          </p:cNvCxnSpPr>
          <p:nvPr userDrawn="1"/>
        </p:nvCxnSpPr>
        <p:spPr>
          <a:xfrm>
            <a:off x="3509593" y="6131694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Description 2">
            <a:extLst>
              <a:ext uri="{FF2B5EF4-FFF2-40B4-BE49-F238E27FC236}">
                <a16:creationId xmlns:a16="http://schemas.microsoft.com/office/drawing/2014/main" id="{E72888FB-E6FA-4780-AB9F-37ACD3BCEE6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418568" y="4223995"/>
            <a:ext cx="2076877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Shot Here</a:t>
            </a:r>
          </a:p>
        </p:txBody>
      </p:sp>
      <p:sp>
        <p:nvSpPr>
          <p:cNvPr id="98" name="Description 1">
            <a:extLst>
              <a:ext uri="{FF2B5EF4-FFF2-40B4-BE49-F238E27FC236}">
                <a16:creationId xmlns:a16="http://schemas.microsoft.com/office/drawing/2014/main" id="{3F7E9A16-56E0-4837-903D-298604E513C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429000" y="4409621"/>
            <a:ext cx="3066445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Shot Here</a:t>
            </a:r>
          </a:p>
        </p:txBody>
      </p:sp>
      <p:sp>
        <p:nvSpPr>
          <p:cNvPr id="99" name="Action Text">
            <a:extLst>
              <a:ext uri="{FF2B5EF4-FFF2-40B4-BE49-F238E27FC236}">
                <a16:creationId xmlns:a16="http://schemas.microsoft.com/office/drawing/2014/main" id="{B392D536-29A2-4F6F-B94A-B2AD3AC2BF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981715" y="4644015"/>
            <a:ext cx="251373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100" name="Audio">
            <a:extLst>
              <a:ext uri="{FF2B5EF4-FFF2-40B4-BE49-F238E27FC236}">
                <a16:creationId xmlns:a16="http://schemas.microsoft.com/office/drawing/2014/main" id="{F7B809C0-82F7-4066-BD47-EA9D2474590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981715" y="4872313"/>
            <a:ext cx="251373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Audio Here</a:t>
            </a:r>
          </a:p>
        </p:txBody>
      </p:sp>
      <p:sp>
        <p:nvSpPr>
          <p:cNvPr id="101" name="Camera">
            <a:extLst>
              <a:ext uri="{FF2B5EF4-FFF2-40B4-BE49-F238E27FC236}">
                <a16:creationId xmlns:a16="http://schemas.microsoft.com/office/drawing/2014/main" id="{33A23E4E-5445-4422-BFA5-906CB2DE923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065535" y="5106707"/>
            <a:ext cx="242991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Camera Here</a:t>
            </a:r>
          </a:p>
        </p:txBody>
      </p:sp>
      <p:sp>
        <p:nvSpPr>
          <p:cNvPr id="102" name="Media Info">
            <a:extLst>
              <a:ext uri="{FF2B5EF4-FFF2-40B4-BE49-F238E27FC236}">
                <a16:creationId xmlns:a16="http://schemas.microsoft.com/office/drawing/2014/main" id="{2A285995-B7B8-4770-A285-5FF77DF3672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7469" y="5335005"/>
            <a:ext cx="2187975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Media Info Here</a:t>
            </a:r>
          </a:p>
        </p:txBody>
      </p:sp>
      <p:sp>
        <p:nvSpPr>
          <p:cNvPr id="103" name="Media Info2">
            <a:extLst>
              <a:ext uri="{FF2B5EF4-FFF2-40B4-BE49-F238E27FC236}">
                <a16:creationId xmlns:a16="http://schemas.microsoft.com/office/drawing/2014/main" id="{83AA5CB2-FDAA-4BD7-9CD3-0A38D599385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429000" y="5528950"/>
            <a:ext cx="3066445" cy="373205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Medio Info Here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9CFB9EE-F5AA-43DD-8515-5593D8BAAEAE}"/>
              </a:ext>
            </a:extLst>
          </p:cNvPr>
          <p:cNvSpPr txBox="1"/>
          <p:nvPr userDrawn="1"/>
        </p:nvSpPr>
        <p:spPr>
          <a:xfrm>
            <a:off x="3429000" y="6703826"/>
            <a:ext cx="2891385" cy="140961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Description:</a:t>
            </a:r>
            <a:b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Action: </a:t>
            </a:r>
            <a:endParaRPr lang="en-US" sz="1400" i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Audio: </a:t>
            </a:r>
            <a:endParaRPr lang="en-US" sz="1400" i="1" spc="-2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Camera: </a:t>
            </a:r>
            <a:r>
              <a:rPr lang="en-US" sz="1400" i="1" spc="-2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Media info: </a:t>
            </a:r>
            <a:r>
              <a:rPr lang="en-US" sz="1400" i="1" spc="-2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7A87376-31F9-440D-A121-9595ED3EF816}"/>
              </a:ext>
            </a:extLst>
          </p:cNvPr>
          <p:cNvCxnSpPr>
            <a:cxnSpLocks/>
          </p:cNvCxnSpPr>
          <p:nvPr userDrawn="1"/>
        </p:nvCxnSpPr>
        <p:spPr>
          <a:xfrm>
            <a:off x="4461191" y="6931569"/>
            <a:ext cx="1748739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0E07946-9BEC-4A44-B30B-A7F05051C759}"/>
              </a:ext>
            </a:extLst>
          </p:cNvPr>
          <p:cNvCxnSpPr>
            <a:cxnSpLocks/>
          </p:cNvCxnSpPr>
          <p:nvPr userDrawn="1"/>
        </p:nvCxnSpPr>
        <p:spPr>
          <a:xfrm>
            <a:off x="3512526" y="7114185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7D86732-3D57-493B-9119-2940961937C6}"/>
              </a:ext>
            </a:extLst>
          </p:cNvPr>
          <p:cNvCxnSpPr>
            <a:cxnSpLocks/>
          </p:cNvCxnSpPr>
          <p:nvPr userDrawn="1"/>
        </p:nvCxnSpPr>
        <p:spPr>
          <a:xfrm>
            <a:off x="4063776" y="7343775"/>
            <a:ext cx="214615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DEBB8FE-9769-4A6E-8894-C05B699B7B5C}"/>
              </a:ext>
            </a:extLst>
          </p:cNvPr>
          <p:cNvCxnSpPr>
            <a:cxnSpLocks/>
          </p:cNvCxnSpPr>
          <p:nvPr userDrawn="1"/>
        </p:nvCxnSpPr>
        <p:spPr>
          <a:xfrm>
            <a:off x="4054586" y="7582229"/>
            <a:ext cx="215534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A9CB7AB-90DD-48C4-8F11-6696BD3CAE40}"/>
              </a:ext>
            </a:extLst>
          </p:cNvPr>
          <p:cNvCxnSpPr>
            <a:cxnSpLocks/>
          </p:cNvCxnSpPr>
          <p:nvPr userDrawn="1"/>
        </p:nvCxnSpPr>
        <p:spPr>
          <a:xfrm>
            <a:off x="4177707" y="7815574"/>
            <a:ext cx="2032223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03BF802-2805-4E3A-A330-0717A381D90B}"/>
              </a:ext>
            </a:extLst>
          </p:cNvPr>
          <p:cNvCxnSpPr>
            <a:cxnSpLocks/>
          </p:cNvCxnSpPr>
          <p:nvPr userDrawn="1"/>
        </p:nvCxnSpPr>
        <p:spPr>
          <a:xfrm>
            <a:off x="4406315" y="8040067"/>
            <a:ext cx="1803615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B417285-EF9A-4EC8-925C-2DB0236E6277}"/>
              </a:ext>
            </a:extLst>
          </p:cNvPr>
          <p:cNvCxnSpPr>
            <a:cxnSpLocks/>
          </p:cNvCxnSpPr>
          <p:nvPr userDrawn="1"/>
        </p:nvCxnSpPr>
        <p:spPr>
          <a:xfrm>
            <a:off x="3509593" y="8229054"/>
            <a:ext cx="2700337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FEBF555-E738-41A5-84F4-F2CF515A4735}"/>
              </a:ext>
            </a:extLst>
          </p:cNvPr>
          <p:cNvCxnSpPr>
            <a:cxnSpLocks/>
          </p:cNvCxnSpPr>
          <p:nvPr userDrawn="1"/>
        </p:nvCxnSpPr>
        <p:spPr>
          <a:xfrm>
            <a:off x="3512526" y="8418708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B801C86-0916-4519-BEFE-A4E8FDBBA8F1}"/>
              </a:ext>
            </a:extLst>
          </p:cNvPr>
          <p:cNvCxnSpPr>
            <a:cxnSpLocks/>
          </p:cNvCxnSpPr>
          <p:nvPr userDrawn="1"/>
        </p:nvCxnSpPr>
        <p:spPr>
          <a:xfrm>
            <a:off x="3509593" y="8653818"/>
            <a:ext cx="2697404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Description 2">
            <a:extLst>
              <a:ext uri="{FF2B5EF4-FFF2-40B4-BE49-F238E27FC236}">
                <a16:creationId xmlns:a16="http://schemas.microsoft.com/office/drawing/2014/main" id="{43F9AC9B-FBE4-422B-919B-E25AC4733C5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18568" y="6746119"/>
            <a:ext cx="2076877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Shot Here</a:t>
            </a:r>
          </a:p>
        </p:txBody>
      </p:sp>
      <p:sp>
        <p:nvSpPr>
          <p:cNvPr id="115" name="Description 1">
            <a:extLst>
              <a:ext uri="{FF2B5EF4-FFF2-40B4-BE49-F238E27FC236}">
                <a16:creationId xmlns:a16="http://schemas.microsoft.com/office/drawing/2014/main" id="{848DCF7A-B3F6-4855-B2A9-EEAAB0382E9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429000" y="6931745"/>
            <a:ext cx="3066445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Shot Here</a:t>
            </a:r>
          </a:p>
        </p:txBody>
      </p:sp>
      <p:sp>
        <p:nvSpPr>
          <p:cNvPr id="116" name="Action Text">
            <a:extLst>
              <a:ext uri="{FF2B5EF4-FFF2-40B4-BE49-F238E27FC236}">
                <a16:creationId xmlns:a16="http://schemas.microsoft.com/office/drawing/2014/main" id="{83276C6C-A100-49DA-AAB7-30895CFD648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981715" y="7166139"/>
            <a:ext cx="251373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117" name="Audio">
            <a:extLst>
              <a:ext uri="{FF2B5EF4-FFF2-40B4-BE49-F238E27FC236}">
                <a16:creationId xmlns:a16="http://schemas.microsoft.com/office/drawing/2014/main" id="{18384CFF-C36A-49F9-87F5-0CD469F001F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981715" y="7394437"/>
            <a:ext cx="251373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Audio Here</a:t>
            </a:r>
          </a:p>
        </p:txBody>
      </p:sp>
      <p:sp>
        <p:nvSpPr>
          <p:cNvPr id="118" name="Camera">
            <a:extLst>
              <a:ext uri="{FF2B5EF4-FFF2-40B4-BE49-F238E27FC236}">
                <a16:creationId xmlns:a16="http://schemas.microsoft.com/office/drawing/2014/main" id="{28824C31-E4CB-414D-962A-B0233373C0C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065535" y="7628831"/>
            <a:ext cx="2429910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Camera Here</a:t>
            </a:r>
          </a:p>
        </p:txBody>
      </p:sp>
      <p:sp>
        <p:nvSpPr>
          <p:cNvPr id="119" name="Media Info">
            <a:extLst>
              <a:ext uri="{FF2B5EF4-FFF2-40B4-BE49-F238E27FC236}">
                <a16:creationId xmlns:a16="http://schemas.microsoft.com/office/drawing/2014/main" id="{E6D63788-E244-4E46-82AF-C4D8EEF47F2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307469" y="7857129"/>
            <a:ext cx="2187975" cy="182880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Media Info Here</a:t>
            </a:r>
          </a:p>
        </p:txBody>
      </p:sp>
      <p:sp>
        <p:nvSpPr>
          <p:cNvPr id="120" name="Media Info2">
            <a:extLst>
              <a:ext uri="{FF2B5EF4-FFF2-40B4-BE49-F238E27FC236}">
                <a16:creationId xmlns:a16="http://schemas.microsoft.com/office/drawing/2014/main" id="{0D70904F-960C-447F-A871-2BC69EE4DB26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429000" y="8051074"/>
            <a:ext cx="3066445" cy="373205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lang="en-US" sz="1400" i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Medio Info Here</a:t>
            </a:r>
          </a:p>
        </p:txBody>
      </p:sp>
    </p:spTree>
    <p:extLst>
      <p:ext uri="{BB962C8B-B14F-4D97-AF65-F5344CB8AC3E}">
        <p14:creationId xmlns:p14="http://schemas.microsoft.com/office/powerpoint/2010/main" val="343917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706BE-BACE-4E66-BE5F-1A426D61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B1796-A545-42AB-AF18-8F0BB54D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297EE-51DA-4824-899F-488F347C5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E2C6F-EF9B-4B9B-9664-C8CFFD5D581A}" type="datetimeFigureOut">
              <a:rPr lang="en-US" smtClean="0"/>
              <a:t>9/23/2019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94C3C-0E77-4AC8-A5BB-B79F455F4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ACA-9EEB-47D3-A53C-9872374F2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5153B-A88B-49C0-9DC6-8130295132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72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65">
            <a:extLst>
              <a:ext uri="{FF2B5EF4-FFF2-40B4-BE49-F238E27FC236}">
                <a16:creationId xmlns:a16="http://schemas.microsoft.com/office/drawing/2014/main" id="{086F3B51-9A57-41A2-8E1D-CD0EB84C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a Pic	</a:t>
            </a:r>
          </a:p>
        </p:txBody>
      </p:sp>
      <p:pic>
        <p:nvPicPr>
          <p:cNvPr id="103" name="Picture Placeholder 102" descr="drawing of hand holding compass">
            <a:extLst>
              <a:ext uri="{FF2B5EF4-FFF2-40B4-BE49-F238E27FC236}">
                <a16:creationId xmlns:a16="http://schemas.microsoft.com/office/drawing/2014/main" id="{899AD9EA-A331-4074-BCD4-AE0D0CC6AF1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387" y="6710768"/>
            <a:ext cx="2708275" cy="1895805"/>
          </a:xfrm>
        </p:spPr>
      </p:pic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8CC50B48-BB4F-4CB3-8579-A5443C568DA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21E65205-9DCB-4AFB-B74A-0302821BE5C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4DD951B7-36B8-45A5-84AF-28B9F3775BD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208E5512-AB79-4643-AA5F-CC25C939F25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14BF0FAA-CF56-4DC8-A915-1A349C15954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17C67B7A-1A00-4F46-B378-E93111AFA83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C474B95C-0407-4EC6-97EC-B049D413795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9850C4DE-9714-4A7B-A418-7C011E5E0303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BFAB8746-C2BB-4397-A8F5-241B326E07F8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FB5B9DC4-6E81-48FE-A601-4125B1C2AE65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D55716F5-44CE-417D-95BA-C26B6409B2E4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9A301484-A485-4E3C-9EA8-30C349DACAE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A6CBA3C9-8E3C-4F42-B2C5-D23BF5145D46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F83C639A-A3AF-48E5-8872-F4BC5E283EB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AA8A9C9A-D6D9-4FDA-8988-249EAC5F5BA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EEFDEE09-445E-4A28-BFDF-04727D4FA42E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BF27EE49-5932-4711-A80B-0D2B27AA76CF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2BF01515-F5EC-4FD0-870A-C9D08C1467F8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92BE03DB-B5B9-44A4-8D40-5DA0813C7514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543AB71C-6D3C-4E37-BDE2-122A634BCCDF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E716F37F-5BF1-4B89-8FBC-A4B17B80BF69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4E7BEAA4-3D69-4586-B585-1E9ACE698FC2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B67591F9-7E73-40D6-BC61-C210ECBCC5CB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4" name="Text Placeholder 93">
            <a:extLst>
              <a:ext uri="{FF2B5EF4-FFF2-40B4-BE49-F238E27FC236}">
                <a16:creationId xmlns:a16="http://schemas.microsoft.com/office/drawing/2014/main" id="{B8A18D9A-77A7-40A3-855B-EA10B97A44A8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1AEE60E-EF0E-4C0F-AFEF-339C57ADF35F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1FC15A38-4664-4445-81B9-BD381070CA73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8DCEC7D3-B923-409D-930F-7BCCFB811082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7" name="Picture Placeholder 106" descr="hand drawing of man's half face">
            <a:extLst>
              <a:ext uri="{FF2B5EF4-FFF2-40B4-BE49-F238E27FC236}">
                <a16:creationId xmlns:a16="http://schemas.microsoft.com/office/drawing/2014/main" id="{39685EE6-375E-4EBE-AEE6-0BE8A7AB76D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008" r="-51008"/>
          <a:stretch/>
        </p:blipFill>
        <p:spPr/>
      </p:pic>
      <p:pic>
        <p:nvPicPr>
          <p:cNvPr id="115" name="Picture Placeholder 114" descr="drawing of aerial view of boat">
            <a:extLst>
              <a:ext uri="{FF2B5EF4-FFF2-40B4-BE49-F238E27FC236}">
                <a16:creationId xmlns:a16="http://schemas.microsoft.com/office/drawing/2014/main" id="{C3F4EAB3-3414-42E1-8DC3-7400325E6D8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275" y="4183611"/>
            <a:ext cx="2708275" cy="1895805"/>
          </a:xfrm>
        </p:spPr>
      </p:pic>
    </p:spTree>
    <p:extLst>
      <p:ext uri="{BB962C8B-B14F-4D97-AF65-F5344CB8AC3E}">
        <p14:creationId xmlns:p14="http://schemas.microsoft.com/office/powerpoint/2010/main" val="4014942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845B-A258-4593-98CA-E4E520C4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AA37B-6F94-425C-AFAF-758FD9546F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Picture Placeholder 3" descr="picture placeholder">
            <a:extLst>
              <a:ext uri="{FF2B5EF4-FFF2-40B4-BE49-F238E27FC236}">
                <a16:creationId xmlns:a16="http://schemas.microsoft.com/office/drawing/2014/main" id="{2C371C08-4C35-4FB6-A471-CA21DD887F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 descr="picture placeholder">
            <a:extLst>
              <a:ext uri="{FF2B5EF4-FFF2-40B4-BE49-F238E27FC236}">
                <a16:creationId xmlns:a16="http://schemas.microsoft.com/office/drawing/2014/main" id="{2BD1A636-2B56-43DF-912F-51400C034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6" name="Picture Placeholder 5" descr="picture placeholder">
            <a:extLst>
              <a:ext uri="{FF2B5EF4-FFF2-40B4-BE49-F238E27FC236}">
                <a16:creationId xmlns:a16="http://schemas.microsoft.com/office/drawing/2014/main" id="{0F48F9D1-CAB1-40CA-AED3-C569B5B1E2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64AFE3-52BF-4868-8E07-0E381FC0751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5E0809-BDD7-4209-B346-CECDB05CDF0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E00ABE-F396-4D18-A66F-809314F5F45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0B1D0B-CB30-45A5-BA3E-F91A28EB734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09A6C6-2A69-4E08-947B-ABE5257AEB5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5DE49F1-9EB2-453D-9B79-86BB86F9A5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5436AA-9692-4104-8BA8-D94E21E576C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DFA688-5211-4CA4-99A5-9643EC2A39C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11F29F-3893-4ACD-913F-14F77075FA0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77DF79-BEB7-4A2B-B2D3-D131921B23B4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F3D04E4-A361-4D63-B717-5B0D7C6EF33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E2AF7D-D842-4C1C-BE66-87B8D9EA61B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2B855C6-6E49-43F6-A0FA-661F0581462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B752B4E-B0A6-4F7A-AC2C-E6D10E2654DA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81679C-E048-4F6E-B25C-5D86CDCEACF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9F80B2-5751-4E9C-BF65-3566E8290BC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1C5714F-DB9F-4BAA-98D3-5A169CFF807B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32957A8-1953-4352-93EA-260647636810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AA4E67D-461A-4148-9C1E-22E2F166E008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76B0E0-5AF1-455A-8DCE-A69C199BCB9C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9853C07-F4AD-4890-84D7-1AA77105181B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1BD30-7B8A-41D3-8455-CF71150AA9C8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BA2BCCD-C969-4B4F-92F3-7B7089670877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C320838-CCEF-4654-B7ED-355A2B89088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CF55034-E566-4525-A795-6A61365E277F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B381198-F7A1-48FA-B308-41660F0BE6E1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A515D6D-5326-46F9-BD4D-DBDC6335E2CB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78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845B-A258-4593-98CA-E4E520C4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AA37B-6F94-425C-AFAF-758FD9546F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Picture Placeholder 3" descr="picture placeholder">
            <a:extLst>
              <a:ext uri="{FF2B5EF4-FFF2-40B4-BE49-F238E27FC236}">
                <a16:creationId xmlns:a16="http://schemas.microsoft.com/office/drawing/2014/main" id="{2C371C08-4C35-4FB6-A471-CA21DD887F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 descr="picture placeholder">
            <a:extLst>
              <a:ext uri="{FF2B5EF4-FFF2-40B4-BE49-F238E27FC236}">
                <a16:creationId xmlns:a16="http://schemas.microsoft.com/office/drawing/2014/main" id="{2BD1A636-2B56-43DF-912F-51400C034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6" name="Picture Placeholder 5" descr="picture placeholder">
            <a:extLst>
              <a:ext uri="{FF2B5EF4-FFF2-40B4-BE49-F238E27FC236}">
                <a16:creationId xmlns:a16="http://schemas.microsoft.com/office/drawing/2014/main" id="{0F48F9D1-CAB1-40CA-AED3-C569B5B1E2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64AFE3-52BF-4868-8E07-0E381FC0751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5E0809-BDD7-4209-B346-CECDB05CDF0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E00ABE-F396-4D18-A66F-809314F5F45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0B1D0B-CB30-45A5-BA3E-F91A28EB734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09A6C6-2A69-4E08-947B-ABE5257AEB5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5DE49F1-9EB2-453D-9B79-86BB86F9A5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5436AA-9692-4104-8BA8-D94E21E576C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DFA688-5211-4CA4-99A5-9643EC2A39C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11F29F-3893-4ACD-913F-14F77075FA0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77DF79-BEB7-4A2B-B2D3-D131921B23B4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F3D04E4-A361-4D63-B717-5B0D7C6EF33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E2AF7D-D842-4C1C-BE66-87B8D9EA61B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2B855C6-6E49-43F6-A0FA-661F0581462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B752B4E-B0A6-4F7A-AC2C-E6D10E2654DA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81679C-E048-4F6E-B25C-5D86CDCEACF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9F80B2-5751-4E9C-BF65-3566E8290BC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1C5714F-DB9F-4BAA-98D3-5A169CFF807B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32957A8-1953-4352-93EA-260647636810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AA4E67D-461A-4148-9C1E-22E2F166E008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76B0E0-5AF1-455A-8DCE-A69C199BCB9C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9853C07-F4AD-4890-84D7-1AA77105181B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1BD30-7B8A-41D3-8455-CF71150AA9C8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BA2BCCD-C969-4B4F-92F3-7B7089670877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C320838-CCEF-4654-B7ED-355A2B89088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CF55034-E566-4525-A795-6A61365E277F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B381198-F7A1-48FA-B308-41660F0BE6E1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A515D6D-5326-46F9-BD4D-DBDC6335E2CB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27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6D8D-07FE-4F55-AFDA-CFF4855C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2DB04-F4BC-41B0-82C2-81441B24BD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7C42D-8849-47CD-A228-B1C165B5D1FC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3B842-93E2-4999-A801-9AC2659005D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A5E6BE-430A-4F24-A52E-FED8C792AF8A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3764C2-0590-45C6-8FD4-3EE62A54414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B8FF16E-4A9C-42F4-91C9-CFC34A9D01BA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6953B1-8D89-4952-B677-F9877654DFD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5941DE4-F29B-470B-AA22-72599666EF91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ED32A2F-9CEF-4BEA-B11E-6CD9CDFAEAA6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93F1931-0F2B-4CB8-A028-92C1A4DCB6F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A70AB5F-3607-4C9D-9AAD-B0334E62E9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6B7D2E9-2789-4F9A-82BD-5EF82F67440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CB83C2D-47C7-46BD-8BA6-3DE4EFBB3A1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74EC587-4D63-4811-998B-810F585B28D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6C865D4-B1D1-4F68-ACE6-9F7F062D3677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35D3E55-AD63-4DC5-848F-4ABA66BBFD58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25B814-6A54-4CF1-BA01-00EB94F0D113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D4613F6-8927-4D67-87C2-5DAAC1E08E49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4535FB3-B48D-4F3C-84A8-200BD2C31829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FFB2189-FACE-4555-87B5-9FC171B49B16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2FC684-1DBB-4121-8AB8-8163BD66C6B7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A9272FC-0F95-47B4-912E-0C9C1CFD91E3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F52250F-E8E6-459F-B886-B0A1F2AA1F77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81F311A-02F9-4DC9-93A2-601844F0327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6D11B33-B427-49DE-8166-EC8F3A0AA0E9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9AF9388-F1CE-44F7-AF4E-A3EB2BE9F5FF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97024BB-62E2-4EF0-9E79-A32743CB734A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704E5C1-5A6C-472C-928B-4D1B33A6EC5E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CDFAA322-F998-4281-9612-879F63D808E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 descr="picture placeholder&#10;">
            <a:extLst>
              <a:ext uri="{FF2B5EF4-FFF2-40B4-BE49-F238E27FC236}">
                <a16:creationId xmlns:a16="http://schemas.microsoft.com/office/drawing/2014/main" id="{2AABAABC-2205-4734-AF20-8C190E613FB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3" name="Picture Placeholder 12" descr="picture placeholder&#10;">
            <a:extLst>
              <a:ext uri="{FF2B5EF4-FFF2-40B4-BE49-F238E27FC236}">
                <a16:creationId xmlns:a16="http://schemas.microsoft.com/office/drawing/2014/main" id="{27E668B0-8856-4A31-A815-2E508E31DAF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</p:sp>
      <p:sp>
        <p:nvSpPr>
          <p:cNvPr id="38" name="Picture Placeholder 37" descr="picture placeholder&#10;">
            <a:extLst>
              <a:ext uri="{FF2B5EF4-FFF2-40B4-BE49-F238E27FC236}">
                <a16:creationId xmlns:a16="http://schemas.microsoft.com/office/drawing/2014/main" id="{B5CA5121-9C9D-4E81-A1C7-D92F0C15825C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</p:sp>
      <p:sp>
        <p:nvSpPr>
          <p:cNvPr id="41" name="Picture Placeholder 40" descr="picture placeholder&#10;">
            <a:extLst>
              <a:ext uri="{FF2B5EF4-FFF2-40B4-BE49-F238E27FC236}">
                <a16:creationId xmlns:a16="http://schemas.microsoft.com/office/drawing/2014/main" id="{DCD27792-4200-4A07-BF3E-71AEEFFCD417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</p:sp>
    </p:spTree>
    <p:extLst>
      <p:ext uri="{BB962C8B-B14F-4D97-AF65-F5344CB8AC3E}">
        <p14:creationId xmlns:p14="http://schemas.microsoft.com/office/powerpoint/2010/main" val="1911533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498C-27FD-446F-A2E1-708F8652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17263-1CAD-493B-9CC6-3EC6B22700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Picture Placeholder 3" descr="picture placeholder">
            <a:extLst>
              <a:ext uri="{FF2B5EF4-FFF2-40B4-BE49-F238E27FC236}">
                <a16:creationId xmlns:a16="http://schemas.microsoft.com/office/drawing/2014/main" id="{73796F71-94E6-4E42-9AB1-474CDAAC7D8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C0E3AE-F45F-480A-AED1-343816029569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7134B-41A2-4980-A8B3-C765E2E7E90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 descr="picture placeholder">
            <a:extLst>
              <a:ext uri="{FF2B5EF4-FFF2-40B4-BE49-F238E27FC236}">
                <a16:creationId xmlns:a16="http://schemas.microsoft.com/office/drawing/2014/main" id="{7618512F-E001-4BB6-B350-A2D6B610FC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77A63F-96D3-4003-8B7D-63B5A4C69C29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5061EA-D2C4-46F0-8EDE-92AC23100EE1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Picture Placeholder 9" descr="picture placeholder">
            <a:extLst>
              <a:ext uri="{FF2B5EF4-FFF2-40B4-BE49-F238E27FC236}">
                <a16:creationId xmlns:a16="http://schemas.microsoft.com/office/drawing/2014/main" id="{4E571D53-CA65-43D3-B13E-7FF2A8E01AF7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0B7849-873E-4E74-91E8-DFC258DE0C2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433D3D-A83E-4737-A150-E2F737FFFAD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Picture Placeholder 12" descr="picture placeholder">
            <a:extLst>
              <a:ext uri="{FF2B5EF4-FFF2-40B4-BE49-F238E27FC236}">
                <a16:creationId xmlns:a16="http://schemas.microsoft.com/office/drawing/2014/main" id="{DE134D98-363B-4118-8252-FD30C59E6357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8CA8403-7F77-40A3-9260-5F560376FBD7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C8132F-379F-41BD-919C-195C72ECBD5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51E773F-9D24-45A2-A7ED-D87665CF505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973ADA1-74A5-422A-85EB-28C3B31AC3B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2A7706-971E-4403-A2FA-8DAE11ACB9D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C3AA1F6-98F1-4308-8E62-8956758145E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A17BC6E-4191-4C9C-B990-8E62941A584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6AD2927-DD52-4F19-922F-AB5F24D237F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A529D6A-96C4-4FEB-80AA-2DBA4E481629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B0D7905-87D1-47B0-B95E-AAB395CAE45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71B49DA-4F56-40E8-91FC-88CC369A7D5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B87DBB-A071-4738-8C75-790D614CB842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2498242-265F-4B64-8C24-650688C8C601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DEE81B7-627F-4913-8687-B000A1CE7D1D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CB37F3A-D6C5-416F-A816-1D9C751DBFDD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C5E205F3-F87F-4420-8CEC-7CA0980B9995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2CFF29-5E9C-4F04-9801-9CBD8141D24D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8B3D854-2F12-43BE-9387-6BE91DEDA283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251DF81-4717-4B45-AC7A-5A2AE040CF20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7A10CA3-32A5-4CF5-B8AC-0288D77E8346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F9D5606-46C8-45A8-AB0F-98BA9CE66D84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1288946-6BD7-4D3E-83AD-8E65254F0638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464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498C-27FD-446F-A2E1-708F8652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17263-1CAD-493B-9CC6-3EC6B22700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Picture Placeholder 3" descr="picture placeholder">
            <a:extLst>
              <a:ext uri="{FF2B5EF4-FFF2-40B4-BE49-F238E27FC236}">
                <a16:creationId xmlns:a16="http://schemas.microsoft.com/office/drawing/2014/main" id="{73796F71-94E6-4E42-9AB1-474CDAAC7D8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C0E3AE-F45F-480A-AED1-343816029569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7134B-41A2-4980-A8B3-C765E2E7E90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 descr="picture placeholder">
            <a:extLst>
              <a:ext uri="{FF2B5EF4-FFF2-40B4-BE49-F238E27FC236}">
                <a16:creationId xmlns:a16="http://schemas.microsoft.com/office/drawing/2014/main" id="{7618512F-E001-4BB6-B350-A2D6B610FC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77A63F-96D3-4003-8B7D-63B5A4C69C29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5061EA-D2C4-46F0-8EDE-92AC23100EE1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Picture Placeholder 9" descr="picture placeholder">
            <a:extLst>
              <a:ext uri="{FF2B5EF4-FFF2-40B4-BE49-F238E27FC236}">
                <a16:creationId xmlns:a16="http://schemas.microsoft.com/office/drawing/2014/main" id="{4E571D53-CA65-43D3-B13E-7FF2A8E01AF7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0B7849-873E-4E74-91E8-DFC258DE0C2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433D3D-A83E-4737-A150-E2F737FFFAD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Picture Placeholder 12" descr="picture placeholder">
            <a:extLst>
              <a:ext uri="{FF2B5EF4-FFF2-40B4-BE49-F238E27FC236}">
                <a16:creationId xmlns:a16="http://schemas.microsoft.com/office/drawing/2014/main" id="{DE134D98-363B-4118-8252-FD30C59E6357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8CA8403-7F77-40A3-9260-5F560376FBD7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C8132F-379F-41BD-919C-195C72ECBD5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51E773F-9D24-45A2-A7ED-D87665CF505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973ADA1-74A5-422A-85EB-28C3B31AC3B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2A7706-971E-4403-A2FA-8DAE11ACB9D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C3AA1F6-98F1-4308-8E62-8956758145E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A17BC6E-4191-4C9C-B990-8E62941A584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6AD2927-DD52-4F19-922F-AB5F24D237F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A529D6A-96C4-4FEB-80AA-2DBA4E481629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B0D7905-87D1-47B0-B95E-AAB395CAE45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71B49DA-4F56-40E8-91FC-88CC369A7D5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B87DBB-A071-4738-8C75-790D614CB842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2498242-265F-4B64-8C24-650688C8C601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DEE81B7-627F-4913-8687-B000A1CE7D1D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CB37F3A-D6C5-416F-A816-1D9C751DBFDD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C5E205F3-F87F-4420-8CEC-7CA0980B9995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2CFF29-5E9C-4F04-9801-9CBD8141D24D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8B3D854-2F12-43BE-9387-6BE91DEDA283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251DF81-4717-4B45-AC7A-5A2AE040CF20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7A10CA3-32A5-4CF5-B8AC-0288D77E8346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F9D5606-46C8-45A8-AB0F-98BA9CE66D84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1288946-6BD7-4D3E-83AD-8E65254F0638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884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oryboard_01_vertical_MO - v5" id="{32BBC83B-59A6-4D63-94A0-80C784CC99B4}" vid="{E20AACC4-0574-49EF-AE0C-1897DE8F879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ef88797d-310b-4d46-ad9c-0c23fa0c8d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02E0EF7D44C04B9FA644DBFF45FF6A" ma:contentTypeVersion="13" ma:contentTypeDescription="Create a new document." ma:contentTypeScope="" ma:versionID="206b9469efed5238e3299da57cdc015e">
  <xsd:schema xmlns:xsd="http://www.w3.org/2001/XMLSchema" xmlns:xs="http://www.w3.org/2001/XMLSchema" xmlns:p="http://schemas.microsoft.com/office/2006/metadata/properties" xmlns:ns2="876de33e-aaa5-4507-9b92-b84e676ded0d" xmlns:ns3="ef88797d-310b-4d46-ad9c-0c23fa0c8d45" targetNamespace="http://schemas.microsoft.com/office/2006/metadata/properties" ma:root="true" ma:fieldsID="281ed500249cd3fe925a7af84a8b56c4" ns2:_="" ns3:_="">
    <xsd:import namespace="876de33e-aaa5-4507-9b92-b84e676ded0d"/>
    <xsd:import namespace="ef88797d-310b-4d46-ad9c-0c23fa0c8d4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de33e-aaa5-4507-9b92-b84e676ded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1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88797d-310b-4d46-ad9c-0c23fa0c8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0E37F7-73A9-4D3D-9C26-F85A847C247A}">
  <ds:schemaRefs>
    <ds:schemaRef ds:uri="http://schemas.microsoft.com/office/2006/metadata/properties"/>
    <ds:schemaRef ds:uri="http://schemas.microsoft.com/office/infopath/2007/PartnerControls"/>
    <ds:schemaRef ds:uri="ef88797d-310b-4d46-ad9c-0c23fa0c8d45"/>
  </ds:schemaRefs>
</ds:datastoreItem>
</file>

<file path=customXml/itemProps2.xml><?xml version="1.0" encoding="utf-8"?>
<ds:datastoreItem xmlns:ds="http://schemas.openxmlformats.org/officeDocument/2006/customXml" ds:itemID="{01B9FE9E-4225-43A8-A8C9-61BAE9CED6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8CF33A-5C4D-495F-BC38-FDA3553FE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de33e-aaa5-4507-9b92-b84e676ded0d"/>
    <ds:schemaRef ds:uri="ef88797d-310b-4d46-ad9c-0c23fa0c8d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Vertical storyboard</Template>
  <TotalTime>0</TotalTime>
  <Words>16</Words>
  <Application>Microsoft Office PowerPoint</Application>
  <PresentationFormat>Letter Paper (8.5x11 in)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Office Theme</vt:lpstr>
      <vt:lpstr>Text a Pic </vt:lpstr>
      <vt:lpstr>Movie Title</vt:lpstr>
      <vt:lpstr>Movie Title</vt:lpstr>
      <vt:lpstr>Movie Title</vt:lpstr>
      <vt:lpstr>Movie Title</vt:lpstr>
      <vt:lpstr>Movie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2019-09-23T17:47:12Z</dcterms:created>
  <dcterms:modified xsi:type="dcterms:W3CDTF">2019-09-23T17:48:50Z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0x0101005F02E0EF7D44C04B9FA644DBFF45FF6A</vt:lpwstr>
  </property>
</Properties>
</file>